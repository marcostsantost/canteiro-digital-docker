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257" r:id="rId4"/>
    <p:sldId id="275" r:id="rId5"/>
    <p:sldId id="276" r:id="rId6"/>
    <p:sldId id="277" r:id="rId7"/>
    <p:sldId id="278" r:id="rId8"/>
    <p:sldId id="262" r:id="rId9"/>
    <p:sldId id="263" r:id="rId10"/>
    <p:sldId id="264" r:id="rId11"/>
    <p:sldId id="265" r:id="rId12"/>
    <p:sldId id="266" r:id="rId13"/>
    <p:sldId id="267" r:id="rId14"/>
    <p:sldId id="279" r:id="rId15"/>
  </p:sldIdLst>
  <p:sldSz cx="9144000" cy="685800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196" autoAdjust="0"/>
  </p:normalViewPr>
  <p:slideViewPr>
    <p:cSldViewPr snapToGrid="0">
      <p:cViewPr varScale="1">
        <p:scale>
          <a:sx n="101" d="100"/>
          <a:sy n="101" d="100"/>
        </p:scale>
        <p:origin x="18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45449327492c760d" providerId="LiveId" clId="{79EE2D3E-195E-4327-90ED-D0B7A9597071}"/>
    <pc:docChg chg="undo custSel addSld delSld modSld">
      <pc:chgData name="" userId="45449327492c760d" providerId="LiveId" clId="{79EE2D3E-195E-4327-90ED-D0B7A9597071}" dt="2025-12-25T20:37:50.965" v="439" actId="1076"/>
      <pc:docMkLst>
        <pc:docMk/>
      </pc:docMkLst>
      <pc:sldChg chg="modSp">
        <pc:chgData name="" userId="45449327492c760d" providerId="LiveId" clId="{79EE2D3E-195E-4327-90ED-D0B7A9597071}" dt="2025-12-25T19:42:20.106" v="184" actId="6549"/>
        <pc:sldMkLst>
          <pc:docMk/>
          <pc:sldMk cId="0" sldId="256"/>
        </pc:sldMkLst>
        <pc:spChg chg="mod">
          <ac:chgData name="" userId="45449327492c760d" providerId="LiveId" clId="{79EE2D3E-195E-4327-90ED-D0B7A9597071}" dt="2025-12-25T19:42:20.106" v="184" actId="6549"/>
          <ac:spMkLst>
            <pc:docMk/>
            <pc:sldMk cId="0" sldId="256"/>
            <ac:spMk id="76" creationId="{00000000-0000-0000-0000-000000000000}"/>
          </ac:spMkLst>
        </pc:spChg>
      </pc:sldChg>
      <pc:sldChg chg="modSp">
        <pc:chgData name="" userId="45449327492c760d" providerId="LiveId" clId="{79EE2D3E-195E-4327-90ED-D0B7A9597071}" dt="2025-12-25T19:42:29.223" v="185" actId="20577"/>
        <pc:sldMkLst>
          <pc:docMk/>
          <pc:sldMk cId="0" sldId="257"/>
        </pc:sldMkLst>
        <pc:spChg chg="mod">
          <ac:chgData name="" userId="45449327492c760d" providerId="LiveId" clId="{79EE2D3E-195E-4327-90ED-D0B7A9597071}" dt="2025-12-25T19:42:29.223" v="185" actId="20577"/>
          <ac:spMkLst>
            <pc:docMk/>
            <pc:sldMk cId="0" sldId="257"/>
            <ac:spMk id="78" creationId="{00000000-0000-0000-0000-000000000000}"/>
          </ac:spMkLst>
        </pc:spChg>
      </pc:sldChg>
      <pc:sldChg chg="modSp">
        <pc:chgData name="" userId="45449327492c760d" providerId="LiveId" clId="{79EE2D3E-195E-4327-90ED-D0B7A9597071}" dt="2025-12-24T21:32:45.441" v="42" actId="20577"/>
        <pc:sldMkLst>
          <pc:docMk/>
          <pc:sldMk cId="0" sldId="267"/>
        </pc:sldMkLst>
        <pc:spChg chg="mod">
          <ac:chgData name="" userId="45449327492c760d" providerId="LiveId" clId="{79EE2D3E-195E-4327-90ED-D0B7A9597071}" dt="2025-12-24T21:32:45.441" v="42" actId="20577"/>
          <ac:spMkLst>
            <pc:docMk/>
            <pc:sldMk cId="0" sldId="267"/>
            <ac:spMk id="141" creationId="{00000000-0000-0000-0000-000000000000}"/>
          </ac:spMkLst>
        </pc:spChg>
      </pc:sldChg>
      <pc:sldChg chg="addSp delSp modSp add">
        <pc:chgData name="" userId="45449327492c760d" providerId="LiveId" clId="{79EE2D3E-195E-4327-90ED-D0B7A9597071}" dt="2025-12-25T20:06:43.793" v="330" actId="113"/>
        <pc:sldMkLst>
          <pc:docMk/>
          <pc:sldMk cId="1528464442" sldId="275"/>
        </pc:sldMkLst>
        <pc:spChg chg="del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83" creationId="{00000000-0000-0000-0000-000000000000}"/>
          </ac:spMkLst>
        </pc:spChg>
        <pc:spChg chg="del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84" creationId="{00000000-0000-0000-0000-000000000000}"/>
          </ac:spMkLst>
        </pc:spChg>
        <pc:spChg chg="del mod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85" creationId="{00000000-0000-0000-0000-000000000000}"/>
          </ac:spMkLst>
        </pc:spChg>
        <pc:spChg chg="del mod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86" creationId="{00000000-0000-0000-0000-000000000000}"/>
          </ac:spMkLst>
        </pc:spChg>
        <pc:spChg chg="del mod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87" creationId="{00000000-0000-0000-0000-000000000000}"/>
          </ac:spMkLst>
        </pc:spChg>
        <pc:spChg chg="del">
          <ac:chgData name="" userId="45449327492c760d" providerId="LiveId" clId="{79EE2D3E-195E-4327-90ED-D0B7A9597071}" dt="2025-12-25T19:55:26.072" v="190" actId="478"/>
          <ac:spMkLst>
            <pc:docMk/>
            <pc:sldMk cId="1528464442" sldId="275"/>
            <ac:spMk id="88" creationId="{00000000-0000-0000-0000-000000000000}"/>
          </ac:spMkLst>
        </pc:spChg>
        <pc:spChg chg="del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89" creationId="{00000000-0000-0000-0000-000000000000}"/>
          </ac:spMkLst>
        </pc:spChg>
        <pc:spChg chg="del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90" creationId="{00000000-0000-0000-0000-000000000000}"/>
          </ac:spMkLst>
        </pc:spChg>
        <pc:spChg chg="del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91" creationId="{00000000-0000-0000-0000-000000000000}"/>
          </ac:spMkLst>
        </pc:spChg>
        <pc:spChg chg="del">
          <ac:chgData name="" userId="45449327492c760d" providerId="LiveId" clId="{79EE2D3E-195E-4327-90ED-D0B7A9597071}" dt="2025-12-25T19:55:32.192" v="194" actId="478"/>
          <ac:spMkLst>
            <pc:docMk/>
            <pc:sldMk cId="1528464442" sldId="275"/>
            <ac:spMk id="92" creationId="{00000000-0000-0000-0000-000000000000}"/>
          </ac:spMkLst>
        </pc:spChg>
        <pc:spChg chg="mod">
          <ac:chgData name="" userId="45449327492c760d" providerId="LiveId" clId="{79EE2D3E-195E-4327-90ED-D0B7A9597071}" dt="2025-12-25T20:06:43.793" v="330" actId="113"/>
          <ac:spMkLst>
            <pc:docMk/>
            <pc:sldMk cId="1528464442" sldId="275"/>
            <ac:spMk id="93" creationId="{00000000-0000-0000-0000-000000000000}"/>
          </ac:spMkLst>
        </pc:spChg>
        <pc:spChg chg="mod">
          <ac:chgData name="" userId="45449327492c760d" providerId="LiveId" clId="{79EE2D3E-195E-4327-90ED-D0B7A9597071}" dt="2025-12-25T20:06:40.969" v="329" actId="113"/>
          <ac:spMkLst>
            <pc:docMk/>
            <pc:sldMk cId="1528464442" sldId="275"/>
            <ac:spMk id="94" creationId="{00000000-0000-0000-0000-000000000000}"/>
          </ac:spMkLst>
        </pc:spChg>
        <pc:graphicFrameChg chg="add mod modGraphic">
          <ac:chgData name="" userId="45449327492c760d" providerId="LiveId" clId="{79EE2D3E-195E-4327-90ED-D0B7A9597071}" dt="2025-12-25T20:06:28.033" v="328" actId="113"/>
          <ac:graphicFrameMkLst>
            <pc:docMk/>
            <pc:sldMk cId="1528464442" sldId="275"/>
            <ac:graphicFrameMk id="19" creationId="{DA7A7ED4-7EA9-4968-9359-CB3B4F33459D}"/>
          </ac:graphicFrameMkLst>
        </pc:graphicFrameChg>
      </pc:sldChg>
      <pc:sldChg chg="addSp delSp modSp add">
        <pc:chgData name="" userId="45449327492c760d" providerId="LiveId" clId="{79EE2D3E-195E-4327-90ED-D0B7A9597071}" dt="2025-12-25T20:11:59.973" v="385" actId="255"/>
        <pc:sldMkLst>
          <pc:docMk/>
          <pc:sldMk cId="1119193864" sldId="276"/>
        </pc:sldMkLst>
        <pc:spChg chg="del">
          <ac:chgData name="" userId="45449327492c760d" providerId="LiveId" clId="{79EE2D3E-195E-4327-90ED-D0B7A9597071}" dt="2025-12-25T20:07:24.759" v="332" actId="478"/>
          <ac:spMkLst>
            <pc:docMk/>
            <pc:sldMk cId="1119193864" sldId="276"/>
            <ac:spMk id="96" creationId="{00000000-0000-0000-0000-000000000000}"/>
          </ac:spMkLst>
        </pc:spChg>
        <pc:spChg chg="del">
          <ac:chgData name="" userId="45449327492c760d" providerId="LiveId" clId="{79EE2D3E-195E-4327-90ED-D0B7A9597071}" dt="2025-12-25T20:07:24.759" v="332" actId="478"/>
          <ac:spMkLst>
            <pc:docMk/>
            <pc:sldMk cId="1119193864" sldId="276"/>
            <ac:spMk id="97" creationId="{00000000-0000-0000-0000-000000000000}"/>
          </ac:spMkLst>
        </pc:spChg>
        <pc:spChg chg="del">
          <ac:chgData name="" userId="45449327492c760d" providerId="LiveId" clId="{79EE2D3E-195E-4327-90ED-D0B7A9597071}" dt="2025-12-25T20:07:24.759" v="332" actId="478"/>
          <ac:spMkLst>
            <pc:docMk/>
            <pc:sldMk cId="1119193864" sldId="276"/>
            <ac:spMk id="98" creationId="{00000000-0000-0000-0000-000000000000}"/>
          </ac:spMkLst>
        </pc:spChg>
        <pc:spChg chg="del">
          <ac:chgData name="" userId="45449327492c760d" providerId="LiveId" clId="{79EE2D3E-195E-4327-90ED-D0B7A9597071}" dt="2025-12-25T20:07:24.759" v="332" actId="478"/>
          <ac:spMkLst>
            <pc:docMk/>
            <pc:sldMk cId="1119193864" sldId="276"/>
            <ac:spMk id="99" creationId="{00000000-0000-0000-0000-000000000000}"/>
          </ac:spMkLst>
        </pc:spChg>
        <pc:spChg chg="del">
          <ac:chgData name="" userId="45449327492c760d" providerId="LiveId" clId="{79EE2D3E-195E-4327-90ED-D0B7A9597071}" dt="2025-12-25T20:07:24.759" v="332" actId="478"/>
          <ac:spMkLst>
            <pc:docMk/>
            <pc:sldMk cId="1119193864" sldId="276"/>
            <ac:spMk id="100" creationId="{00000000-0000-0000-0000-000000000000}"/>
          </ac:spMkLst>
        </pc:spChg>
        <pc:graphicFrameChg chg="add mod modGraphic">
          <ac:chgData name="" userId="45449327492c760d" providerId="LiveId" clId="{79EE2D3E-195E-4327-90ED-D0B7A9597071}" dt="2025-12-25T20:11:59.973" v="385" actId="255"/>
          <ac:graphicFrameMkLst>
            <pc:docMk/>
            <pc:sldMk cId="1119193864" sldId="276"/>
            <ac:graphicFrameMk id="2" creationId="{7BDAE324-27E3-4B34-90AC-A4B6089EE0E8}"/>
          </ac:graphicFrameMkLst>
        </pc:graphicFrameChg>
      </pc:sldChg>
      <pc:sldChg chg="addSp delSp modSp add">
        <pc:chgData name="" userId="45449327492c760d" providerId="LiveId" clId="{79EE2D3E-195E-4327-90ED-D0B7A9597071}" dt="2025-12-25T20:17:02.830" v="430" actId="207"/>
        <pc:sldMkLst>
          <pc:docMk/>
          <pc:sldMk cId="4211627646" sldId="277"/>
        </pc:sldMkLst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02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03" creationId="{00000000-0000-0000-0000-000000000000}"/>
          </ac:spMkLst>
        </pc:spChg>
        <pc:spChg chg="del">
          <ac:chgData name="" userId="45449327492c760d" providerId="LiveId" clId="{79EE2D3E-195E-4327-90ED-D0B7A9597071}" dt="2025-12-25T20:12:46.560" v="388" actId="478"/>
          <ac:spMkLst>
            <pc:docMk/>
            <pc:sldMk cId="4211627646" sldId="277"/>
            <ac:spMk id="104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05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06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07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08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09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10" creationId="{00000000-0000-0000-0000-000000000000}"/>
          </ac:spMkLst>
        </pc:spChg>
        <pc:spChg chg="del">
          <ac:chgData name="" userId="45449327492c760d" providerId="LiveId" clId="{79EE2D3E-195E-4327-90ED-D0B7A9597071}" dt="2025-12-25T20:12:49.949" v="389" actId="478"/>
          <ac:spMkLst>
            <pc:docMk/>
            <pc:sldMk cId="4211627646" sldId="277"/>
            <ac:spMk id="111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12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13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14" creationId="{00000000-0000-0000-0000-000000000000}"/>
          </ac:spMkLst>
        </pc:spChg>
        <pc:spChg chg="del">
          <ac:chgData name="" userId="45449327492c760d" providerId="LiveId" clId="{79EE2D3E-195E-4327-90ED-D0B7A9597071}" dt="2025-12-25T20:12:49.949" v="389" actId="478"/>
          <ac:spMkLst>
            <pc:docMk/>
            <pc:sldMk cId="4211627646" sldId="277"/>
            <ac:spMk id="115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16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17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18" creationId="{00000000-0000-0000-0000-000000000000}"/>
          </ac:spMkLst>
        </pc:spChg>
        <pc:spChg chg="del">
          <ac:chgData name="" userId="45449327492c760d" providerId="LiveId" clId="{79EE2D3E-195E-4327-90ED-D0B7A9597071}" dt="2025-12-25T20:12:49.949" v="389" actId="478"/>
          <ac:spMkLst>
            <pc:docMk/>
            <pc:sldMk cId="4211627646" sldId="277"/>
            <ac:spMk id="119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20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21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22" creationId="{00000000-0000-0000-0000-000000000000}"/>
          </ac:spMkLst>
        </pc:spChg>
        <pc:spChg chg="del">
          <ac:chgData name="" userId="45449327492c760d" providerId="LiveId" clId="{79EE2D3E-195E-4327-90ED-D0B7A9597071}" dt="2025-12-25T20:12:49.949" v="389" actId="478"/>
          <ac:spMkLst>
            <pc:docMk/>
            <pc:sldMk cId="4211627646" sldId="277"/>
            <ac:spMk id="123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24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25" creationId="{00000000-0000-0000-0000-000000000000}"/>
          </ac:spMkLst>
        </pc:spChg>
        <pc:spChg chg="del">
          <ac:chgData name="" userId="45449327492c760d" providerId="LiveId" clId="{79EE2D3E-195E-4327-90ED-D0B7A9597071}" dt="2025-12-25T20:12:43.719" v="387" actId="478"/>
          <ac:spMkLst>
            <pc:docMk/>
            <pc:sldMk cId="4211627646" sldId="277"/>
            <ac:spMk id="126" creationId="{00000000-0000-0000-0000-000000000000}"/>
          </ac:spMkLst>
        </pc:spChg>
        <pc:spChg chg="del">
          <ac:chgData name="" userId="45449327492c760d" providerId="LiveId" clId="{79EE2D3E-195E-4327-90ED-D0B7A9597071}" dt="2025-12-25T20:12:49.949" v="389" actId="478"/>
          <ac:spMkLst>
            <pc:docMk/>
            <pc:sldMk cId="4211627646" sldId="277"/>
            <ac:spMk id="127" creationId="{00000000-0000-0000-0000-000000000000}"/>
          </ac:spMkLst>
        </pc:spChg>
        <pc:graphicFrameChg chg="add mod modGraphic">
          <ac:chgData name="" userId="45449327492c760d" providerId="LiveId" clId="{79EE2D3E-195E-4327-90ED-D0B7A9597071}" dt="2025-12-25T20:17:02.830" v="430" actId="207"/>
          <ac:graphicFrameMkLst>
            <pc:docMk/>
            <pc:sldMk cId="4211627646" sldId="277"/>
            <ac:graphicFrameMk id="2" creationId="{030D2D4E-E4F6-4CBF-A490-DB106D81A43C}"/>
          </ac:graphicFrameMkLst>
        </pc:graphicFrameChg>
      </pc:sldChg>
      <pc:sldChg chg="addSp delSp modSp add">
        <pc:chgData name="" userId="45449327492c760d" providerId="LiveId" clId="{79EE2D3E-195E-4327-90ED-D0B7A9597071}" dt="2025-12-25T20:37:50.965" v="439" actId="1076"/>
        <pc:sldMkLst>
          <pc:docMk/>
          <pc:sldMk cId="4124264785" sldId="278"/>
        </pc:sldMkLst>
        <pc:picChg chg="add mod">
          <ac:chgData name="" userId="45449327492c760d" providerId="LiveId" clId="{79EE2D3E-195E-4327-90ED-D0B7A9597071}" dt="2025-12-25T20:37:50.965" v="439" actId="1076"/>
          <ac:picMkLst>
            <pc:docMk/>
            <pc:sldMk cId="4124264785" sldId="278"/>
            <ac:picMk id="3" creationId="{DBD52B00-DF8A-448F-B079-2AF765372077}"/>
          </ac:picMkLst>
        </pc:picChg>
        <pc:picChg chg="del">
          <ac:chgData name="" userId="45449327492c760d" providerId="LiveId" clId="{79EE2D3E-195E-4327-90ED-D0B7A9597071}" dt="2025-12-25T20:37:11.501" v="435" actId="478"/>
          <ac:picMkLst>
            <pc:docMk/>
            <pc:sldMk cId="4124264785" sldId="278"/>
            <ac:picMk id="130" creationId="{00000000-0000-0000-0000-000000000000}"/>
          </ac:picMkLst>
        </pc:picChg>
      </pc:sldChg>
    </pc:docChg>
  </pc:docChgLst>
  <pc:docChgLst>
    <pc:chgData name="Marcos Tiburcio" userId="45449327492c760d" providerId="LiveId" clId="{56CC2AD3-10DE-49DE-A5AA-62A1F5861EF0}"/>
    <pc:docChg chg="undo custSel addSld modSld">
      <pc:chgData name="Marcos Tiburcio" userId="45449327492c760d" providerId="LiveId" clId="{56CC2AD3-10DE-49DE-A5AA-62A1F5861EF0}" dt="2025-12-16T16:33:34.721" v="1765" actId="20577"/>
      <pc:docMkLst>
        <pc:docMk/>
      </pc:docMkLst>
      <pc:sldChg chg="modSp mod">
        <pc:chgData name="Marcos Tiburcio" userId="45449327492c760d" providerId="LiveId" clId="{56CC2AD3-10DE-49DE-A5AA-62A1F5861EF0}" dt="2025-12-16T15:06:56.420" v="819" actId="1076"/>
        <pc:sldMkLst>
          <pc:docMk/>
          <pc:sldMk cId="0" sldId="257"/>
        </pc:sldMkLst>
        <pc:spChg chg="mod">
          <ac:chgData name="Marcos Tiburcio" userId="45449327492c760d" providerId="LiveId" clId="{56CC2AD3-10DE-49DE-A5AA-62A1F5861EF0}" dt="2025-12-16T15:06:53.002" v="818" actId="207"/>
          <ac:spMkLst>
            <pc:docMk/>
            <pc:sldMk cId="0" sldId="257"/>
            <ac:spMk id="77" creationId="{00000000-0000-0000-0000-000000000000}"/>
          </ac:spMkLst>
        </pc:spChg>
        <pc:spChg chg="mod">
          <ac:chgData name="Marcos Tiburcio" userId="45449327492c760d" providerId="LiveId" clId="{56CC2AD3-10DE-49DE-A5AA-62A1F5861EF0}" dt="2025-12-16T15:06:56.420" v="819" actId="1076"/>
          <ac:spMkLst>
            <pc:docMk/>
            <pc:sldMk cId="0" sldId="257"/>
            <ac:spMk id="78" creationId="{00000000-0000-0000-0000-000000000000}"/>
          </ac:spMkLst>
        </pc:spChg>
      </pc:sldChg>
      <pc:sldChg chg="addSp delSp modSp mod modNotesTx">
        <pc:chgData name="Marcos Tiburcio" userId="45449327492c760d" providerId="LiveId" clId="{56CC2AD3-10DE-49DE-A5AA-62A1F5861EF0}" dt="2025-12-16T15:58:53.310" v="1564" actId="478"/>
        <pc:sldMkLst>
          <pc:docMk/>
          <pc:sldMk cId="0" sldId="262"/>
        </pc:sldMkLst>
        <pc:spChg chg="add del mod">
          <ac:chgData name="Marcos Tiburcio" userId="45449327492c760d" providerId="LiveId" clId="{56CC2AD3-10DE-49DE-A5AA-62A1F5861EF0}" dt="2025-12-16T15:58:53.310" v="1564" actId="478"/>
          <ac:spMkLst>
            <pc:docMk/>
            <pc:sldMk cId="0" sldId="262"/>
            <ac:spMk id="2" creationId="{FB76C666-7034-0853-AC5C-2CC0EB399117}"/>
          </ac:spMkLst>
        </pc:spChg>
        <pc:picChg chg="mod">
          <ac:chgData name="Marcos Tiburcio" userId="45449327492c760d" providerId="LiveId" clId="{56CC2AD3-10DE-49DE-A5AA-62A1F5861EF0}" dt="2025-12-16T15:55:51.913" v="1542" actId="1076"/>
          <ac:picMkLst>
            <pc:docMk/>
            <pc:sldMk cId="0" sldId="262"/>
            <ac:picMk id="132" creationId="{00000000-0000-0000-0000-000000000000}"/>
          </ac:picMkLst>
        </pc:picChg>
      </pc:sldChg>
      <pc:sldChg chg="modSp mod">
        <pc:chgData name="Marcos Tiburcio" userId="45449327492c760d" providerId="LiveId" clId="{56CC2AD3-10DE-49DE-A5AA-62A1F5861EF0}" dt="2025-12-16T16:33:34.721" v="1765" actId="20577"/>
        <pc:sldMkLst>
          <pc:docMk/>
          <pc:sldMk cId="0" sldId="267"/>
        </pc:sldMkLst>
        <pc:spChg chg="mod">
          <ac:chgData name="Marcos Tiburcio" userId="45449327492c760d" providerId="LiveId" clId="{56CC2AD3-10DE-49DE-A5AA-62A1F5861EF0}" dt="2025-12-16T16:33:34.721" v="1765" actId="20577"/>
          <ac:spMkLst>
            <pc:docMk/>
            <pc:sldMk cId="0" sldId="267"/>
            <ac:spMk id="141" creationId="{00000000-0000-0000-0000-000000000000}"/>
          </ac:spMkLst>
        </pc:spChg>
      </pc:sldChg>
    </pc:docChg>
  </pc:docChgLst>
  <pc:docChgLst>
    <pc:chgData userId="45449327492c760d" providerId="LiveId" clId="{14F4D40D-5E36-4B96-A215-58039A4B0FA9}"/>
    <pc:docChg chg="undo custSel addSld delSld modSld sldOrd">
      <pc:chgData name="" userId="45449327492c760d" providerId="LiveId" clId="{14F4D40D-5E36-4B96-A215-58039A4B0FA9}" dt="2025-12-27T15:04:10.525" v="1675" actId="20577"/>
      <pc:docMkLst>
        <pc:docMk/>
      </pc:docMkLst>
      <pc:sldChg chg="modSp">
        <pc:chgData name="" userId="45449327492c760d" providerId="LiveId" clId="{14F4D40D-5E36-4B96-A215-58039A4B0FA9}" dt="2025-12-27T11:12:12.151" v="638" actId="14100"/>
        <pc:sldMkLst>
          <pc:docMk/>
          <pc:sldMk cId="0" sldId="256"/>
        </pc:sldMkLst>
        <pc:spChg chg="mod">
          <ac:chgData name="" userId="45449327492c760d" providerId="LiveId" clId="{14F4D40D-5E36-4B96-A215-58039A4B0FA9}" dt="2025-12-27T11:12:12.151" v="638" actId="14100"/>
          <ac:spMkLst>
            <pc:docMk/>
            <pc:sldMk cId="0" sldId="256"/>
            <ac:spMk id="76" creationId="{00000000-0000-0000-0000-000000000000}"/>
          </ac:spMkLst>
        </pc:spChg>
      </pc:sldChg>
      <pc:sldChg chg="modSp">
        <pc:chgData name="" userId="45449327492c760d" providerId="LiveId" clId="{14F4D40D-5E36-4B96-A215-58039A4B0FA9}" dt="2025-12-27T13:42:21.787" v="1402"/>
        <pc:sldMkLst>
          <pc:docMk/>
          <pc:sldMk cId="0" sldId="257"/>
        </pc:sldMkLst>
        <pc:spChg chg="mod">
          <ac:chgData name="" userId="45449327492c760d" providerId="LiveId" clId="{14F4D40D-5E36-4B96-A215-58039A4B0FA9}" dt="2025-12-26T20:20:16.573" v="306" actId="207"/>
          <ac:spMkLst>
            <pc:docMk/>
            <pc:sldMk cId="0" sldId="257"/>
            <ac:spMk id="77" creationId="{00000000-0000-0000-0000-000000000000}"/>
          </ac:spMkLst>
        </pc:spChg>
        <pc:spChg chg="mod">
          <ac:chgData name="" userId="45449327492c760d" providerId="LiveId" clId="{14F4D40D-5E36-4B96-A215-58039A4B0FA9}" dt="2025-12-27T13:42:21.787" v="1402"/>
          <ac:spMkLst>
            <pc:docMk/>
            <pc:sldMk cId="0" sldId="257"/>
            <ac:spMk id="78" creationId="{00000000-0000-0000-0000-000000000000}"/>
          </ac:spMkLst>
        </pc:spChg>
      </pc:sldChg>
      <pc:sldChg chg="del">
        <pc:chgData name="" userId="45449327492c760d" providerId="LiveId" clId="{14F4D40D-5E36-4B96-A215-58039A4B0FA9}" dt="2025-12-26T14:13:03.119" v="54" actId="2696"/>
        <pc:sldMkLst>
          <pc:docMk/>
          <pc:sldMk cId="0" sldId="261"/>
        </pc:sldMkLst>
      </pc:sldChg>
      <pc:sldChg chg="addSp delSp modSp modNotesTx">
        <pc:chgData name="" userId="45449327492c760d" providerId="LiveId" clId="{14F4D40D-5E36-4B96-A215-58039A4B0FA9}" dt="2025-12-27T01:56:04.411" v="387" actId="1076"/>
        <pc:sldMkLst>
          <pc:docMk/>
          <pc:sldMk cId="0" sldId="262"/>
        </pc:sldMkLst>
        <pc:spChg chg="mod">
          <ac:chgData name="" userId="45449327492c760d" providerId="LiveId" clId="{14F4D40D-5E36-4B96-A215-58039A4B0FA9}" dt="2025-12-26T20:20:43.593" v="308" actId="207"/>
          <ac:spMkLst>
            <pc:docMk/>
            <pc:sldMk cId="0" sldId="262"/>
            <ac:spMk id="131" creationId="{00000000-0000-0000-0000-000000000000}"/>
          </ac:spMkLst>
        </pc:spChg>
        <pc:picChg chg="add del mod">
          <ac:chgData name="" userId="45449327492c760d" providerId="LiveId" clId="{14F4D40D-5E36-4B96-A215-58039A4B0FA9}" dt="2025-12-27T01:55:22.078" v="380" actId="478"/>
          <ac:picMkLst>
            <pc:docMk/>
            <pc:sldMk cId="0" sldId="262"/>
            <ac:picMk id="3" creationId="{92C845DA-025B-4041-897A-B25F3955E809}"/>
          </ac:picMkLst>
        </pc:picChg>
        <pc:picChg chg="add del mod">
          <ac:chgData name="" userId="45449327492c760d" providerId="LiveId" clId="{14F4D40D-5E36-4B96-A215-58039A4B0FA9}" dt="2025-12-27T01:55:51.385" v="384" actId="478"/>
          <ac:picMkLst>
            <pc:docMk/>
            <pc:sldMk cId="0" sldId="262"/>
            <ac:picMk id="4" creationId="{29F8D9DD-7C44-4E14-BD18-6E5B4C588A2C}"/>
          </ac:picMkLst>
        </pc:picChg>
        <pc:picChg chg="add mod">
          <ac:chgData name="" userId="45449327492c760d" providerId="LiveId" clId="{14F4D40D-5E36-4B96-A215-58039A4B0FA9}" dt="2025-12-27T01:56:04.411" v="387" actId="1076"/>
          <ac:picMkLst>
            <pc:docMk/>
            <pc:sldMk cId="0" sldId="262"/>
            <ac:picMk id="6" creationId="{24D37429-2F65-4A73-99B5-10D3061A426B}"/>
          </ac:picMkLst>
        </pc:picChg>
        <pc:picChg chg="del">
          <ac:chgData name="" userId="45449327492c760d" providerId="LiveId" clId="{14F4D40D-5E36-4B96-A215-58039A4B0FA9}" dt="2025-12-26T14:17:36.291" v="67" actId="478"/>
          <ac:picMkLst>
            <pc:docMk/>
            <pc:sldMk cId="0" sldId="262"/>
            <ac:picMk id="132" creationId="{00000000-0000-0000-0000-000000000000}"/>
          </ac:picMkLst>
        </pc:picChg>
      </pc:sldChg>
      <pc:sldChg chg="addSp delSp modSp">
        <pc:chgData name="" userId="45449327492c760d" providerId="LiveId" clId="{14F4D40D-5E36-4B96-A215-58039A4B0FA9}" dt="2025-12-27T01:43:16.213" v="379" actId="1076"/>
        <pc:sldMkLst>
          <pc:docMk/>
          <pc:sldMk cId="0" sldId="263"/>
        </pc:sldMkLst>
        <pc:spChg chg="mod">
          <ac:chgData name="" userId="45449327492c760d" providerId="LiveId" clId="{14F4D40D-5E36-4B96-A215-58039A4B0FA9}" dt="2025-12-26T20:20:48.449" v="309" actId="207"/>
          <ac:spMkLst>
            <pc:docMk/>
            <pc:sldMk cId="0" sldId="263"/>
            <ac:spMk id="133" creationId="{00000000-0000-0000-0000-000000000000}"/>
          </ac:spMkLst>
        </pc:spChg>
        <pc:picChg chg="add del mod">
          <ac:chgData name="" userId="45449327492c760d" providerId="LiveId" clId="{14F4D40D-5E36-4B96-A215-58039A4B0FA9}" dt="2025-12-27T01:42:55.706" v="374" actId="478"/>
          <ac:picMkLst>
            <pc:docMk/>
            <pc:sldMk cId="0" sldId="263"/>
            <ac:picMk id="3" creationId="{5897FA3A-6E37-4F1B-8142-0A66F7CB34A9}"/>
          </ac:picMkLst>
        </pc:picChg>
        <pc:picChg chg="add mod">
          <ac:chgData name="" userId="45449327492c760d" providerId="LiveId" clId="{14F4D40D-5E36-4B96-A215-58039A4B0FA9}" dt="2025-12-27T01:43:16.213" v="379" actId="1076"/>
          <ac:picMkLst>
            <pc:docMk/>
            <pc:sldMk cId="0" sldId="263"/>
            <ac:picMk id="4" creationId="{3D0F3A1B-8B65-4776-8422-AFAC15B6ADDC}"/>
          </ac:picMkLst>
        </pc:picChg>
        <pc:picChg chg="del">
          <ac:chgData name="" userId="45449327492c760d" providerId="LiveId" clId="{14F4D40D-5E36-4B96-A215-58039A4B0FA9}" dt="2025-12-26T14:18:11.339" v="76" actId="478"/>
          <ac:picMkLst>
            <pc:docMk/>
            <pc:sldMk cId="0" sldId="263"/>
            <ac:picMk id="134" creationId="{00000000-0000-0000-0000-000000000000}"/>
          </ac:picMkLst>
        </pc:picChg>
      </pc:sldChg>
      <pc:sldChg chg="addSp delSp modSp">
        <pc:chgData name="" userId="45449327492c760d" providerId="LiveId" clId="{14F4D40D-5E36-4B96-A215-58039A4B0FA9}" dt="2025-12-27T01:09:20.503" v="373" actId="14100"/>
        <pc:sldMkLst>
          <pc:docMk/>
          <pc:sldMk cId="0" sldId="264"/>
        </pc:sldMkLst>
        <pc:spChg chg="mod">
          <ac:chgData name="" userId="45449327492c760d" providerId="LiveId" clId="{14F4D40D-5E36-4B96-A215-58039A4B0FA9}" dt="2025-12-26T20:20:52.728" v="310" actId="207"/>
          <ac:spMkLst>
            <pc:docMk/>
            <pc:sldMk cId="0" sldId="264"/>
            <ac:spMk id="135" creationId="{00000000-0000-0000-0000-000000000000}"/>
          </ac:spMkLst>
        </pc:spChg>
        <pc:picChg chg="add del mod">
          <ac:chgData name="" userId="45449327492c760d" providerId="LiveId" clId="{14F4D40D-5E36-4B96-A215-58039A4B0FA9}" dt="2025-12-27T01:08:51.632" v="369" actId="478"/>
          <ac:picMkLst>
            <pc:docMk/>
            <pc:sldMk cId="0" sldId="264"/>
            <ac:picMk id="3" creationId="{EE558D2D-992C-4F21-B0F5-5DE843B2AB1D}"/>
          </ac:picMkLst>
        </pc:picChg>
        <pc:picChg chg="add mod">
          <ac:chgData name="" userId="45449327492c760d" providerId="LiveId" clId="{14F4D40D-5E36-4B96-A215-58039A4B0FA9}" dt="2025-12-27T01:09:20.503" v="373" actId="14100"/>
          <ac:picMkLst>
            <pc:docMk/>
            <pc:sldMk cId="0" sldId="264"/>
            <ac:picMk id="4" creationId="{F8ED72CD-21B0-419C-A6AB-9411D98B3FA9}"/>
          </ac:picMkLst>
        </pc:picChg>
        <pc:picChg chg="del">
          <ac:chgData name="" userId="45449327492c760d" providerId="LiveId" clId="{14F4D40D-5E36-4B96-A215-58039A4B0FA9}" dt="2025-12-26T14:18:41.203" v="83" actId="478"/>
          <ac:picMkLst>
            <pc:docMk/>
            <pc:sldMk cId="0" sldId="264"/>
            <ac:picMk id="136" creationId="{00000000-0000-0000-0000-000000000000}"/>
          </ac:picMkLst>
        </pc:picChg>
      </pc:sldChg>
      <pc:sldChg chg="addSp delSp modSp ord">
        <pc:chgData name="" userId="45449327492c760d" providerId="LiveId" clId="{14F4D40D-5E36-4B96-A215-58039A4B0FA9}" dt="2025-12-26T20:20:57.289" v="311" actId="207"/>
        <pc:sldMkLst>
          <pc:docMk/>
          <pc:sldMk cId="0" sldId="265"/>
        </pc:sldMkLst>
        <pc:spChg chg="mod">
          <ac:chgData name="" userId="45449327492c760d" providerId="LiveId" clId="{14F4D40D-5E36-4B96-A215-58039A4B0FA9}" dt="2025-12-26T20:20:57.289" v="311" actId="207"/>
          <ac:spMkLst>
            <pc:docMk/>
            <pc:sldMk cId="0" sldId="265"/>
            <ac:spMk id="137" creationId="{00000000-0000-0000-0000-000000000000}"/>
          </ac:spMkLst>
        </pc:spChg>
        <pc:picChg chg="add del mod">
          <ac:chgData name="" userId="45449327492c760d" providerId="LiveId" clId="{14F4D40D-5E36-4B96-A215-58039A4B0FA9}" dt="2025-12-26T14:23:10.114" v="114" actId="478"/>
          <ac:picMkLst>
            <pc:docMk/>
            <pc:sldMk cId="0" sldId="265"/>
            <ac:picMk id="3" creationId="{84063689-E15D-48F1-8CF7-F68F8FE1EABA}"/>
          </ac:picMkLst>
        </pc:picChg>
        <pc:picChg chg="add mod">
          <ac:chgData name="" userId="45449327492c760d" providerId="LiveId" clId="{14F4D40D-5E36-4B96-A215-58039A4B0FA9}" dt="2025-12-26T20:13:50.344" v="294" actId="1076"/>
          <ac:picMkLst>
            <pc:docMk/>
            <pc:sldMk cId="0" sldId="265"/>
            <ac:picMk id="3" creationId="{CDAB65DE-FB3E-41A5-A352-7D96088B35AA}"/>
          </ac:picMkLst>
        </pc:picChg>
        <pc:picChg chg="add del mod">
          <ac:chgData name="" userId="45449327492c760d" providerId="LiveId" clId="{14F4D40D-5E36-4B96-A215-58039A4B0FA9}" dt="2025-12-26T14:37:50.649" v="159" actId="478"/>
          <ac:picMkLst>
            <pc:docMk/>
            <pc:sldMk cId="0" sldId="265"/>
            <ac:picMk id="5" creationId="{F1E6AF53-AB32-4999-BBC8-9B5B27DA850B}"/>
          </ac:picMkLst>
        </pc:picChg>
        <pc:picChg chg="add del mod">
          <ac:chgData name="" userId="45449327492c760d" providerId="LiveId" clId="{14F4D40D-5E36-4B96-A215-58039A4B0FA9}" dt="2025-12-26T20:13:18.329" v="286" actId="478"/>
          <ac:picMkLst>
            <pc:docMk/>
            <pc:sldMk cId="0" sldId="265"/>
            <ac:picMk id="7" creationId="{56BAB8F3-19C9-4AEC-B309-E75AA40B577C}"/>
          </ac:picMkLst>
        </pc:picChg>
        <pc:picChg chg="del">
          <ac:chgData name="" userId="45449327492c760d" providerId="LiveId" clId="{14F4D40D-5E36-4B96-A215-58039A4B0FA9}" dt="2025-12-26T14:19:57.002" v="110" actId="478"/>
          <ac:picMkLst>
            <pc:docMk/>
            <pc:sldMk cId="0" sldId="265"/>
            <ac:picMk id="138" creationId="{00000000-0000-0000-0000-000000000000}"/>
          </ac:picMkLst>
        </pc:picChg>
      </pc:sldChg>
      <pc:sldChg chg="addSp delSp modSp">
        <pc:chgData name="" userId="45449327492c760d" providerId="LiveId" clId="{14F4D40D-5E36-4B96-A215-58039A4B0FA9}" dt="2025-12-26T20:26:08.600" v="331" actId="1076"/>
        <pc:sldMkLst>
          <pc:docMk/>
          <pc:sldMk cId="0" sldId="266"/>
        </pc:sldMkLst>
        <pc:spChg chg="mod">
          <ac:chgData name="" userId="45449327492c760d" providerId="LiveId" clId="{14F4D40D-5E36-4B96-A215-58039A4B0FA9}" dt="2025-12-26T20:24:45.672" v="321" actId="207"/>
          <ac:spMkLst>
            <pc:docMk/>
            <pc:sldMk cId="0" sldId="266"/>
            <ac:spMk id="139" creationId="{00000000-0000-0000-0000-000000000000}"/>
          </ac:spMkLst>
        </pc:spChg>
        <pc:picChg chg="add del mod">
          <ac:chgData name="" userId="45449327492c760d" providerId="LiveId" clId="{14F4D40D-5E36-4B96-A215-58039A4B0FA9}" dt="2025-12-26T14:39:59.648" v="172" actId="478"/>
          <ac:picMkLst>
            <pc:docMk/>
            <pc:sldMk cId="0" sldId="266"/>
            <ac:picMk id="3" creationId="{3F4EDACC-2533-4DFB-B0F2-2F96E3AE7D39}"/>
          </ac:picMkLst>
        </pc:picChg>
        <pc:picChg chg="add del mod">
          <ac:chgData name="" userId="45449327492c760d" providerId="LiveId" clId="{14F4D40D-5E36-4B96-A215-58039A4B0FA9}" dt="2025-12-26T19:47:30.071" v="282" actId="478"/>
          <ac:picMkLst>
            <pc:docMk/>
            <pc:sldMk cId="0" sldId="266"/>
            <ac:picMk id="3" creationId="{4930A5D3-93D7-4E5B-A3F2-E66C458A6465}"/>
          </ac:picMkLst>
        </pc:picChg>
        <pc:picChg chg="add del mod">
          <ac:chgData name="" userId="45449327492c760d" providerId="LiveId" clId="{14F4D40D-5E36-4B96-A215-58039A4B0FA9}" dt="2025-12-26T14:40:37.280" v="178" actId="478"/>
          <ac:picMkLst>
            <pc:docMk/>
            <pc:sldMk cId="0" sldId="266"/>
            <ac:picMk id="5" creationId="{2993A4C0-0BBC-4ECB-BDED-BD732B3A2044}"/>
          </ac:picMkLst>
        </pc:picChg>
        <pc:picChg chg="add del mod">
          <ac:chgData name="" userId="45449327492c760d" providerId="LiveId" clId="{14F4D40D-5E36-4B96-A215-58039A4B0FA9}" dt="2025-12-26T20:24:03.944" v="313" actId="478"/>
          <ac:picMkLst>
            <pc:docMk/>
            <pc:sldMk cId="0" sldId="266"/>
            <ac:picMk id="5" creationId="{E596B623-4C32-4F99-A8BD-9F7D426CF05F}"/>
          </ac:picMkLst>
        </pc:picChg>
        <pc:picChg chg="add del mod">
          <ac:chgData name="" userId="45449327492c760d" providerId="LiveId" clId="{14F4D40D-5E36-4B96-A215-58039A4B0FA9}" dt="2025-12-26T19:41:00.056" v="276" actId="478"/>
          <ac:picMkLst>
            <pc:docMk/>
            <pc:sldMk cId="0" sldId="266"/>
            <ac:picMk id="7" creationId="{82CF4043-17EF-4972-91E5-3F544013495C}"/>
          </ac:picMkLst>
        </pc:picChg>
        <pc:picChg chg="add del mod">
          <ac:chgData name="" userId="45449327492c760d" providerId="LiveId" clId="{14F4D40D-5E36-4B96-A215-58039A4B0FA9}" dt="2025-12-26T20:25:43.063" v="326" actId="478"/>
          <ac:picMkLst>
            <pc:docMk/>
            <pc:sldMk cId="0" sldId="266"/>
            <ac:picMk id="8" creationId="{5E20DE19-4888-4B76-AEBD-A80DFFC94336}"/>
          </ac:picMkLst>
        </pc:picChg>
        <pc:picChg chg="add mod">
          <ac:chgData name="" userId="45449327492c760d" providerId="LiveId" clId="{14F4D40D-5E36-4B96-A215-58039A4B0FA9}" dt="2025-12-26T20:26:08.600" v="331" actId="1076"/>
          <ac:picMkLst>
            <pc:docMk/>
            <pc:sldMk cId="0" sldId="266"/>
            <ac:picMk id="10" creationId="{9FBB4AA2-F972-4000-9115-B872A2BE47F9}"/>
          </ac:picMkLst>
        </pc:picChg>
        <pc:picChg chg="del">
          <ac:chgData name="" userId="45449327492c760d" providerId="LiveId" clId="{14F4D40D-5E36-4B96-A215-58039A4B0FA9}" dt="2025-12-26T14:38:36.744" v="167" actId="478"/>
          <ac:picMkLst>
            <pc:docMk/>
            <pc:sldMk cId="0" sldId="266"/>
            <ac:picMk id="140" creationId="{00000000-0000-0000-0000-000000000000}"/>
          </ac:picMkLst>
        </pc:picChg>
      </pc:sldChg>
      <pc:sldChg chg="addSp delSp modSp">
        <pc:chgData name="" userId="45449327492c760d" providerId="LiveId" clId="{14F4D40D-5E36-4B96-A215-58039A4B0FA9}" dt="2025-12-27T13:23:43.386" v="1030" actId="20577"/>
        <pc:sldMkLst>
          <pc:docMk/>
          <pc:sldMk cId="0" sldId="267"/>
        </pc:sldMkLst>
        <pc:spChg chg="add del mod">
          <ac:chgData name="" userId="45449327492c760d" providerId="LiveId" clId="{14F4D40D-5E36-4B96-A215-58039A4B0FA9}" dt="2025-12-26T18:26:15.131" v="271" actId="478"/>
          <ac:spMkLst>
            <pc:docMk/>
            <pc:sldMk cId="0" sldId="267"/>
            <ac:spMk id="2" creationId="{2D190722-8540-4C5C-A667-4F72A84BE4A6}"/>
          </ac:spMkLst>
        </pc:spChg>
        <pc:spChg chg="mod">
          <ac:chgData name="" userId="45449327492c760d" providerId="LiveId" clId="{14F4D40D-5E36-4B96-A215-58039A4B0FA9}" dt="2025-12-27T13:23:43.386" v="1030" actId="20577"/>
          <ac:spMkLst>
            <pc:docMk/>
            <pc:sldMk cId="0" sldId="267"/>
            <ac:spMk id="141" creationId="{00000000-0000-0000-0000-000000000000}"/>
          </ac:spMkLst>
        </pc:spChg>
      </pc:sldChg>
      <pc:sldChg chg="del">
        <pc:chgData name="" userId="45449327492c760d" providerId="LiveId" clId="{14F4D40D-5E36-4B96-A215-58039A4B0FA9}" dt="2025-12-26T14:18:38.538" v="82" actId="2696"/>
        <pc:sldMkLst>
          <pc:docMk/>
          <pc:sldMk cId="1642296372" sldId="269"/>
        </pc:sldMkLst>
      </pc:sldChg>
      <pc:sldChg chg="del">
        <pc:chgData name="" userId="45449327492c760d" providerId="LiveId" clId="{14F4D40D-5E36-4B96-A215-58039A4B0FA9}" dt="2025-12-26T14:19:52.595" v="109" actId="2696"/>
        <pc:sldMkLst>
          <pc:docMk/>
          <pc:sldMk cId="2459049813" sldId="270"/>
        </pc:sldMkLst>
      </pc:sldChg>
      <pc:sldChg chg="del">
        <pc:chgData name="" userId="45449327492c760d" providerId="LiveId" clId="{14F4D40D-5E36-4B96-A215-58039A4B0FA9}" dt="2025-12-26T14:38:14.154" v="164" actId="2696"/>
        <pc:sldMkLst>
          <pc:docMk/>
          <pc:sldMk cId="2359774733" sldId="271"/>
        </pc:sldMkLst>
      </pc:sldChg>
      <pc:sldChg chg="del">
        <pc:chgData name="" userId="45449327492c760d" providerId="LiveId" clId="{14F4D40D-5E36-4B96-A215-58039A4B0FA9}" dt="2025-12-26T14:38:15.440" v="165" actId="2696"/>
        <pc:sldMkLst>
          <pc:docMk/>
          <pc:sldMk cId="2789968430" sldId="272"/>
        </pc:sldMkLst>
      </pc:sldChg>
      <pc:sldChg chg="del">
        <pc:chgData name="" userId="45449327492c760d" providerId="LiveId" clId="{14F4D40D-5E36-4B96-A215-58039A4B0FA9}" dt="2025-12-26T14:38:20.828" v="166" actId="2696"/>
        <pc:sldMkLst>
          <pc:docMk/>
          <pc:sldMk cId="3620173829" sldId="273"/>
        </pc:sldMkLst>
      </pc:sldChg>
      <pc:sldChg chg="del">
        <pc:chgData name="" userId="45449327492c760d" providerId="LiveId" clId="{14F4D40D-5E36-4B96-A215-58039A4B0FA9}" dt="2025-12-26T14:18:07.963" v="75" actId="2696"/>
        <pc:sldMkLst>
          <pc:docMk/>
          <pc:sldMk cId="3485283871" sldId="274"/>
        </pc:sldMkLst>
      </pc:sldChg>
      <pc:sldChg chg="addSp modSp">
        <pc:chgData name="" userId="45449327492c760d" providerId="LiveId" clId="{14F4D40D-5E36-4B96-A215-58039A4B0FA9}" dt="2025-12-27T13:42:21.787" v="1402"/>
        <pc:sldMkLst>
          <pc:docMk/>
          <pc:sldMk cId="1528464442" sldId="275"/>
        </pc:sldMkLst>
        <pc:spChg chg="add mod ord">
          <ac:chgData name="" userId="45449327492c760d" providerId="LiveId" clId="{14F4D40D-5E36-4B96-A215-58039A4B0FA9}" dt="2025-12-26T13:51:15.888" v="33" actId="167"/>
          <ac:spMkLst>
            <pc:docMk/>
            <pc:sldMk cId="1528464442" sldId="275"/>
            <ac:spMk id="4" creationId="{AAB766CE-4D7C-4B8E-9F4D-AEA502B95301}"/>
          </ac:spMkLst>
        </pc:spChg>
        <pc:graphicFrameChg chg="mod ord modGraphic">
          <ac:chgData name="" userId="45449327492c760d" providerId="LiveId" clId="{14F4D40D-5E36-4B96-A215-58039A4B0FA9}" dt="2025-12-27T13:42:21.787" v="1402"/>
          <ac:graphicFrameMkLst>
            <pc:docMk/>
            <pc:sldMk cId="1528464442" sldId="275"/>
            <ac:graphicFrameMk id="19" creationId="{DA7A7ED4-7EA9-4968-9359-CB3B4F33459D}"/>
          </ac:graphicFrameMkLst>
        </pc:graphicFrameChg>
        <pc:cxnChg chg="mod ord">
          <ac:chgData name="" userId="45449327492c760d" providerId="LiveId" clId="{14F4D40D-5E36-4B96-A215-58039A4B0FA9}" dt="2025-12-27T11:58:43.563" v="803" actId="14100"/>
          <ac:cxnSpMkLst>
            <pc:docMk/>
            <pc:sldMk cId="1528464442" sldId="275"/>
            <ac:cxnSpMk id="95" creationId="{00000000-0000-0000-0000-000000000000}"/>
          </ac:cxnSpMkLst>
        </pc:cxnChg>
      </pc:sldChg>
      <pc:sldChg chg="modSp">
        <pc:chgData name="" userId="45449327492c760d" providerId="LiveId" clId="{14F4D40D-5E36-4B96-A215-58039A4B0FA9}" dt="2025-12-27T13:42:21.787" v="1402"/>
        <pc:sldMkLst>
          <pc:docMk/>
          <pc:sldMk cId="1119193864" sldId="276"/>
        </pc:sldMkLst>
        <pc:graphicFrameChg chg="mod modGraphic">
          <ac:chgData name="" userId="45449327492c760d" providerId="LiveId" clId="{14F4D40D-5E36-4B96-A215-58039A4B0FA9}" dt="2025-12-27T13:42:21.787" v="1402"/>
          <ac:graphicFrameMkLst>
            <pc:docMk/>
            <pc:sldMk cId="1119193864" sldId="276"/>
            <ac:graphicFrameMk id="2" creationId="{7BDAE324-27E3-4B34-90AC-A4B6089EE0E8}"/>
          </ac:graphicFrameMkLst>
        </pc:graphicFrameChg>
      </pc:sldChg>
      <pc:sldChg chg="modSp">
        <pc:chgData name="" userId="45449327492c760d" providerId="LiveId" clId="{14F4D40D-5E36-4B96-A215-58039A4B0FA9}" dt="2025-12-27T13:42:21.787" v="1402"/>
        <pc:sldMkLst>
          <pc:docMk/>
          <pc:sldMk cId="4211627646" sldId="277"/>
        </pc:sldMkLst>
        <pc:graphicFrameChg chg="mod modGraphic">
          <ac:chgData name="" userId="45449327492c760d" providerId="LiveId" clId="{14F4D40D-5E36-4B96-A215-58039A4B0FA9}" dt="2025-12-27T13:42:21.787" v="1402"/>
          <ac:graphicFrameMkLst>
            <pc:docMk/>
            <pc:sldMk cId="4211627646" sldId="277"/>
            <ac:graphicFrameMk id="2" creationId="{030D2D4E-E4F6-4CBF-A490-DB106D81A43C}"/>
          </ac:graphicFrameMkLst>
        </pc:graphicFrameChg>
      </pc:sldChg>
      <pc:sldChg chg="addSp delSp modSp modNotesTx">
        <pc:chgData name="" userId="45449327492c760d" providerId="LiveId" clId="{14F4D40D-5E36-4B96-A215-58039A4B0FA9}" dt="2025-12-27T13:20:59.135" v="1019" actId="1076"/>
        <pc:sldMkLst>
          <pc:docMk/>
          <pc:sldMk cId="4124264785" sldId="278"/>
        </pc:sldMkLst>
        <pc:spChg chg="del">
          <ac:chgData name="" userId="45449327492c760d" providerId="LiveId" clId="{14F4D40D-5E36-4B96-A215-58039A4B0FA9}" dt="2025-12-26T14:16:41.867" v="61" actId="478"/>
          <ac:spMkLst>
            <pc:docMk/>
            <pc:sldMk cId="4124264785" sldId="278"/>
            <ac:spMk id="129" creationId="{00000000-0000-0000-0000-000000000000}"/>
          </ac:spMkLst>
        </pc:spChg>
        <pc:picChg chg="add mod">
          <ac:chgData name="" userId="45449327492c760d" providerId="LiveId" clId="{14F4D40D-5E36-4B96-A215-58039A4B0FA9}" dt="2025-12-27T13:20:59.135" v="1019" actId="1076"/>
          <ac:picMkLst>
            <pc:docMk/>
            <pc:sldMk cId="4124264785" sldId="278"/>
            <ac:picMk id="3" creationId="{0688C4F1-C120-4AD5-8A4E-64F53A476FC6}"/>
          </ac:picMkLst>
        </pc:picChg>
        <pc:picChg chg="del mod">
          <ac:chgData name="" userId="45449327492c760d" providerId="LiveId" clId="{14F4D40D-5E36-4B96-A215-58039A4B0FA9}" dt="2025-12-26T14:13:16.014" v="55" actId="478"/>
          <ac:picMkLst>
            <pc:docMk/>
            <pc:sldMk cId="4124264785" sldId="278"/>
            <ac:picMk id="3" creationId="{DBD52B00-DF8A-448F-B079-2AF765372077}"/>
          </ac:picMkLst>
        </pc:picChg>
        <pc:picChg chg="add del mod">
          <ac:chgData name="" userId="45449327492c760d" providerId="LiveId" clId="{14F4D40D-5E36-4B96-A215-58039A4B0FA9}" dt="2025-12-27T02:11:17.292" v="553" actId="478"/>
          <ac:picMkLst>
            <pc:docMk/>
            <pc:sldMk cId="4124264785" sldId="278"/>
            <ac:picMk id="3" creationId="{F1A15F94-04AA-4B6D-AFE7-0CA140895E91}"/>
          </ac:picMkLst>
        </pc:picChg>
        <pc:picChg chg="add del mod">
          <ac:chgData name="" userId="45449327492c760d" providerId="LiveId" clId="{14F4D40D-5E36-4B96-A215-58039A4B0FA9}" dt="2025-12-26T14:15:56.563" v="57" actId="478"/>
          <ac:picMkLst>
            <pc:docMk/>
            <pc:sldMk cId="4124264785" sldId="278"/>
            <ac:picMk id="4" creationId="{9D7A9836-7D7C-4473-94EB-F8B2E6DDA2C2}"/>
          </ac:picMkLst>
        </pc:picChg>
        <pc:picChg chg="add del mod">
          <ac:chgData name="" userId="45449327492c760d" providerId="LiveId" clId="{14F4D40D-5E36-4B96-A215-58039A4B0FA9}" dt="2025-12-27T13:20:32.561" v="1016" actId="478"/>
          <ac:picMkLst>
            <pc:docMk/>
            <pc:sldMk cId="4124264785" sldId="278"/>
            <ac:picMk id="5" creationId="{F878075C-6434-40B7-B6EE-4FF163996C79}"/>
          </ac:picMkLst>
        </pc:picChg>
        <pc:picChg chg="add del mod">
          <ac:chgData name="" userId="45449327492c760d" providerId="LiveId" clId="{14F4D40D-5E36-4B96-A215-58039A4B0FA9}" dt="2025-12-27T02:10:34.713" v="544" actId="478"/>
          <ac:picMkLst>
            <pc:docMk/>
            <pc:sldMk cId="4124264785" sldId="278"/>
            <ac:picMk id="6" creationId="{7B5967E3-C9A9-49B3-A419-FCB7DF353D82}"/>
          </ac:picMkLst>
        </pc:picChg>
      </pc:sldChg>
      <pc:sldChg chg="addSp delSp modSp add del">
        <pc:chgData name="" userId="45449327492c760d" providerId="LiveId" clId="{14F4D40D-5E36-4B96-A215-58039A4B0FA9}" dt="2025-12-26T14:26:50.840" v="146" actId="2696"/>
        <pc:sldMkLst>
          <pc:docMk/>
          <pc:sldMk cId="1067829520" sldId="279"/>
        </pc:sldMkLst>
        <pc:picChg chg="del">
          <ac:chgData name="" userId="45449327492c760d" providerId="LiveId" clId="{14F4D40D-5E36-4B96-A215-58039A4B0FA9}" dt="2025-12-26T14:26:09.746" v="137" actId="478"/>
          <ac:picMkLst>
            <pc:docMk/>
            <pc:sldMk cId="1067829520" sldId="279"/>
            <ac:picMk id="3" creationId="{EE558D2D-992C-4F21-B0F5-5DE843B2AB1D}"/>
          </ac:picMkLst>
        </pc:picChg>
        <pc:picChg chg="add mod">
          <ac:chgData name="" userId="45449327492c760d" providerId="LiveId" clId="{14F4D40D-5E36-4B96-A215-58039A4B0FA9}" dt="2025-12-26T14:26:38.457" v="145" actId="14100"/>
          <ac:picMkLst>
            <pc:docMk/>
            <pc:sldMk cId="1067829520" sldId="279"/>
            <ac:picMk id="4" creationId="{83357013-5205-42EE-84E1-9A5B4CD98CC2}"/>
          </ac:picMkLst>
        </pc:picChg>
      </pc:sldChg>
      <pc:sldChg chg="modSp add">
        <pc:chgData name="" userId="45449327492c760d" providerId="LiveId" clId="{14F4D40D-5E36-4B96-A215-58039A4B0FA9}" dt="2025-12-27T15:04:10.525" v="1675" actId="20577"/>
        <pc:sldMkLst>
          <pc:docMk/>
          <pc:sldMk cId="1648512492" sldId="279"/>
        </pc:sldMkLst>
        <pc:spChg chg="mod">
          <ac:chgData name="" userId="45449327492c760d" providerId="LiveId" clId="{14F4D40D-5E36-4B96-A215-58039A4B0FA9}" dt="2025-12-27T15:04:10.525" v="1675" actId="20577"/>
          <ac:spMkLst>
            <pc:docMk/>
            <pc:sldMk cId="1648512492" sldId="279"/>
            <ac:spMk id="14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E5190-6253-439B-8842-404C6F171A27}" type="datetimeFigureOut">
              <a:rPr lang="pt-BR" smtClean="0"/>
              <a:t>27/12/2025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F4BA6-932F-465A-BA32-F6D89B9662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53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F4BA6-932F-465A-BA32-F6D89B9662C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4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strike="noStrike" spc="-1" dirty="0">
                <a:solidFill>
                  <a:srgbClr val="595959"/>
                </a:solidFill>
                <a:latin typeface="Calibri"/>
                <a:ea typeface="Calibri"/>
              </a:rPr>
              <a:t>Mapeamento de Histórias de Usuário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F4BA6-932F-465A-BA32-F6D89B9662C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473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F4BA6-932F-465A-BA32-F6D89B9662C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9620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cos.tiburcio@uol.com.br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osTSantosT/canteiro-digital-docker" TargetMode="External"/><Relationship Id="rId2" Type="http://schemas.openxmlformats.org/officeDocument/2006/relationships/hyperlink" Target="https://app-canteiro-digital.azurewebsites.net/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71724@sga.pucminas.br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aixaDeTexto 75"/>
          <p:cNvSpPr txBox="1"/>
          <p:nvPr/>
        </p:nvSpPr>
        <p:spPr>
          <a:xfrm>
            <a:off x="602955" y="731699"/>
            <a:ext cx="8108280" cy="560242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2800" b="1" strike="noStrike" spc="-1" dirty="0">
                <a:latin typeface="Arial"/>
              </a:rPr>
              <a:t>PUC-MG</a:t>
            </a:r>
          </a:p>
          <a:p>
            <a:pPr algn="ctr"/>
            <a:r>
              <a:rPr lang="pt-BR" sz="2800" b="1" strike="noStrike" spc="-1" dirty="0">
                <a:latin typeface="Arial"/>
              </a:rPr>
              <a:t>Especialização Desenvolvimento Full </a:t>
            </a:r>
            <a:r>
              <a:rPr lang="pt-BR" sz="2800" b="1" strike="noStrike" spc="-1" dirty="0" err="1">
                <a:latin typeface="Arial"/>
              </a:rPr>
              <a:t>Stack</a:t>
            </a:r>
            <a:endParaRPr lang="pt-BR" sz="2800" b="1" strike="noStrike" spc="-1" dirty="0">
              <a:latin typeface="Arial"/>
            </a:endParaRPr>
          </a:p>
          <a:p>
            <a:pPr algn="ctr"/>
            <a:endParaRPr lang="pt-BR" sz="2600" b="1" strike="noStrike" spc="-1" dirty="0">
              <a:solidFill>
                <a:srgbClr val="000000"/>
              </a:solidFill>
              <a:latin typeface="Arial"/>
            </a:endParaRPr>
          </a:p>
          <a:p>
            <a:pPr algn="ctr"/>
            <a:endParaRPr lang="pt-BR" sz="2600" b="1" strike="noStrike" spc="-1" dirty="0">
              <a:solidFill>
                <a:srgbClr val="000000"/>
              </a:solidFill>
              <a:latin typeface="Arial"/>
            </a:endParaRPr>
          </a:p>
          <a:p>
            <a:pPr algn="ctr"/>
            <a:endParaRPr lang="pt-BR" sz="2600" b="1" strike="noStrike" spc="-1" dirty="0">
              <a:solidFill>
                <a:schemeClr val="tx2">
                  <a:lumMod val="40000"/>
                  <a:lumOff val="60000"/>
                </a:schemeClr>
              </a:solidFill>
              <a:latin typeface="Arial"/>
            </a:endParaRPr>
          </a:p>
          <a:p>
            <a:pPr algn="ctr"/>
            <a:r>
              <a:rPr lang="pt-BR" sz="2600" b="1" strike="noStrike" spc="-1" dirty="0">
                <a:solidFill>
                  <a:schemeClr val="tx2">
                    <a:lumMod val="75000"/>
                  </a:schemeClr>
                </a:solidFill>
                <a:latin typeface="Arial"/>
              </a:rPr>
              <a:t>Projeto Integrado de Aplicação</a:t>
            </a:r>
          </a:p>
          <a:p>
            <a:pPr algn="ctr"/>
            <a:r>
              <a:rPr lang="pt-BR" sz="2600" b="1" strike="noStrike" spc="-1" dirty="0">
                <a:solidFill>
                  <a:srgbClr val="0070C0"/>
                </a:solidFill>
                <a:latin typeface="Arial"/>
              </a:rPr>
              <a:t>APP Canteiro Digital</a:t>
            </a:r>
          </a:p>
          <a:p>
            <a:pPr algn="ctr"/>
            <a:endParaRPr lang="pt-BR" sz="2600" b="1" strike="noStrike" spc="-1" dirty="0">
              <a:solidFill>
                <a:srgbClr val="000000"/>
              </a:solidFill>
              <a:latin typeface="Arial"/>
            </a:endParaRPr>
          </a:p>
          <a:p>
            <a:pPr algn="ctr"/>
            <a:endParaRPr lang="pt-BR" sz="2600" b="1" strike="noStrike" spc="-1" dirty="0">
              <a:solidFill>
                <a:srgbClr val="000000"/>
              </a:solidFill>
              <a:latin typeface="Arial"/>
            </a:endParaRPr>
          </a:p>
          <a:p>
            <a:pPr algn="ctr"/>
            <a:endParaRPr lang="pt-BR" sz="2600" b="1" strike="noStrike" spc="-1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pt-BR" b="1" strike="noStrike" spc="-1" dirty="0">
                <a:latin typeface="Arial"/>
              </a:rPr>
              <a:t>Aluno: Marcos Tibúrcio dos Santos Tabosa</a:t>
            </a:r>
          </a:p>
          <a:p>
            <a:pPr algn="ctr"/>
            <a:r>
              <a:rPr lang="pt-BR" b="1" spc="-1" dirty="0">
                <a:latin typeface="Arial"/>
              </a:rPr>
              <a:t>e-mail: </a:t>
            </a:r>
            <a:r>
              <a:rPr lang="pt-BR" b="1" spc="-1" dirty="0">
                <a:latin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marcos.tiburcio@uol.com.br</a:t>
            </a:r>
            <a:endParaRPr lang="pt-BR" b="1" spc="-1" dirty="0">
              <a:latin typeface="Arial"/>
            </a:endParaRPr>
          </a:p>
          <a:p>
            <a:pPr algn="ctr"/>
            <a:r>
              <a:rPr lang="pt-BR" b="1" spc="-1" dirty="0">
                <a:latin typeface="Arial"/>
              </a:rPr>
              <a:t>tel./</a:t>
            </a:r>
            <a:r>
              <a:rPr lang="pt-BR" b="1" spc="-1" dirty="0" err="1">
                <a:latin typeface="Arial"/>
              </a:rPr>
              <a:t>whatsapp</a:t>
            </a:r>
            <a:r>
              <a:rPr lang="pt-BR" b="1" spc="-1" dirty="0">
                <a:latin typeface="Arial"/>
              </a:rPr>
              <a:t>: (61) 98163-5270</a:t>
            </a:r>
          </a:p>
          <a:p>
            <a:pPr algn="ctr"/>
            <a:endParaRPr lang="pt-BR" sz="2000" b="1" strike="noStrike" spc="-1" dirty="0">
              <a:latin typeface="Arial"/>
            </a:endParaRPr>
          </a:p>
          <a:p>
            <a:pPr algn="ctr"/>
            <a:r>
              <a:rPr lang="pt-BR" sz="1400" b="1" strike="noStrike" spc="-1" dirty="0">
                <a:latin typeface="Arial"/>
              </a:rPr>
              <a:t>Brasília/2025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58;p 4"/>
          <p:cNvSpPr/>
          <p:nvPr/>
        </p:nvSpPr>
        <p:spPr>
          <a:xfrm>
            <a:off x="223111" y="161975"/>
            <a:ext cx="234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70C0"/>
                </a:solidFill>
                <a:latin typeface="Calibri"/>
                <a:ea typeface="Calibri"/>
              </a:rPr>
              <a:t>Elevator </a:t>
            </a:r>
            <a:r>
              <a:rPr lang="pt-BR" sz="2400" b="1" strike="noStrike" spc="-1" dirty="0" err="1">
                <a:solidFill>
                  <a:srgbClr val="0070C0"/>
                </a:solidFill>
                <a:latin typeface="Calibri"/>
                <a:ea typeface="Calibri"/>
              </a:rPr>
              <a:t>Pitch</a:t>
            </a:r>
            <a:endParaRPr lang="pt-BR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78" name="CaixaDeTexto 77"/>
          <p:cNvSpPr txBox="1"/>
          <p:nvPr/>
        </p:nvSpPr>
        <p:spPr>
          <a:xfrm>
            <a:off x="304799" y="617375"/>
            <a:ext cx="8616089" cy="585106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r>
              <a:rPr lang="pt-BR" sz="1300" b="1" strike="noStrike" spc="-1" dirty="0">
                <a:solidFill>
                  <a:srgbClr val="000000"/>
                </a:solidFill>
                <a:latin typeface="Arial"/>
              </a:rPr>
              <a:t>Para</a:t>
            </a:r>
            <a:r>
              <a:rPr lang="pt-BR" sz="1300" b="0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algn="just"/>
            <a:r>
              <a:rPr lang="pt-BR" sz="1300" spc="-1" dirty="0">
                <a:solidFill>
                  <a:srgbClr val="000000"/>
                </a:solidFill>
              </a:rPr>
              <a:t>Organizações de controle externo e gestores públicos que monitoram obras financiadas com recursos da União sob gestão da Caixa , 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pt-BR" sz="1300" b="1" strike="noStrike" spc="-1" dirty="0">
                <a:solidFill>
                  <a:srgbClr val="000000"/>
                </a:solidFill>
                <a:latin typeface="Arial"/>
              </a:rPr>
              <a:t>Que</a:t>
            </a:r>
            <a:r>
              <a:rPr lang="pt-BR" sz="1300" b="0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algn="just"/>
            <a:r>
              <a:rPr lang="pt-BR" sz="1300" dirty="0"/>
              <a:t>Sofrem com a fragmentação de dados ,  a dependência do conhecimento tácito de indivíduos e a falta de uma trilha de auditoria confiável ,  o que gera riscos de integridade e perda da memória técnica durante o ciclo de vida dos empreendimentos , 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pt-BR" sz="1300" b="1" strike="noStrike" spc="-1" dirty="0">
                <a:solidFill>
                  <a:srgbClr val="000000"/>
                </a:solidFill>
                <a:latin typeface="Arial"/>
              </a:rPr>
              <a:t>O produto/serviço</a:t>
            </a:r>
            <a:r>
              <a:rPr lang="pt-BR" sz="1300" b="0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algn="just"/>
            <a:r>
              <a:rPr lang="pt-BR" sz="1300" dirty="0"/>
              <a:t>É denominado </a:t>
            </a:r>
            <a:r>
              <a:rPr lang="pt-BR" sz="1300" b="1" dirty="0"/>
              <a:t>APP Canteiro Digital</a:t>
            </a:r>
            <a:r>
              <a:rPr lang="pt-BR" sz="1300" dirty="0"/>
              <a:t> , 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pt-BR" sz="1300" b="1" strike="noStrike" spc="-1" dirty="0">
                <a:solidFill>
                  <a:srgbClr val="000000"/>
                </a:solidFill>
                <a:latin typeface="Arial"/>
              </a:rPr>
              <a:t>É </a:t>
            </a:r>
          </a:p>
          <a:p>
            <a:pPr algn="just"/>
            <a:r>
              <a:rPr lang="pt-BR" sz="1300" dirty="0"/>
              <a:t>Sistema de informação estruturado em nuvem , </a:t>
            </a:r>
          </a:p>
          <a:p>
            <a:pPr algn="just"/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pt-BR" sz="1300" b="1" strike="noStrike" spc="-1" dirty="0">
                <a:solidFill>
                  <a:srgbClr val="000000"/>
                </a:solidFill>
                <a:latin typeface="Arial"/>
              </a:rPr>
              <a:t>Que</a:t>
            </a:r>
            <a:r>
              <a:rPr lang="pt-BR" sz="1300" b="0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algn="just"/>
            <a:r>
              <a:rPr lang="pt-BR" sz="1300" dirty="0"/>
              <a:t>Que promove a integração de dados provenientes da base de acompanhamento da Caixa com apontamentos realizados por usuários ,  registros de processos ,  documentação associada e indicadores de relevância socioeconômica ,  assegurando a rastreabilidade das alterações relevantes no estado dos empreendimentos e viabilizando a realização de análises estruturadas de risco ,  bem como o suporte qualificado à tomada de decisão , 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endParaRPr lang="pt-BR" sz="1300" b="1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pt-BR" sz="1300" b="1" strike="noStrike" spc="-1" dirty="0">
                <a:solidFill>
                  <a:srgbClr val="000000"/>
                </a:solidFill>
                <a:latin typeface="Arial"/>
              </a:rPr>
              <a:t>Ao contrário de</a:t>
            </a:r>
          </a:p>
          <a:p>
            <a:pPr algn="just"/>
            <a:r>
              <a:rPr lang="pt-BR" sz="1300" dirty="0"/>
              <a:t>Controles informais em planilhas ou sistemas estáticos que não possuem histórico de alterações (logs) e cujas análises são subjetivas e desarticuladas , </a:t>
            </a:r>
          </a:p>
          <a:p>
            <a:pPr algn="just"/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pt-BR" sz="1300" b="1" strike="noStrike" spc="-1" dirty="0">
                <a:solidFill>
                  <a:srgbClr val="000000"/>
                </a:solidFill>
                <a:latin typeface="Arial"/>
              </a:rPr>
              <a:t>Nosso produto</a:t>
            </a:r>
          </a:p>
          <a:p>
            <a:pPr algn="just"/>
            <a:r>
              <a:rPr lang="pt-BR" sz="1300" dirty="0"/>
              <a:t>Entrega governança e proatividade por meio de uma base de dados centralizada e segura (PostgreSQL/</a:t>
            </a:r>
            <a:r>
              <a:rPr lang="pt-BR" sz="1300" dirty="0" err="1"/>
              <a:t>Supabase</a:t>
            </a:r>
            <a:r>
              <a:rPr lang="pt-BR" sz="1300" dirty="0"/>
              <a:t>). Ele assegura que cada comentário ,  anexo ou mudança de status seja </a:t>
            </a:r>
            <a:r>
              <a:rPr lang="pt-BR" sz="1300" dirty="0" err="1"/>
              <a:t>auditável</a:t>
            </a:r>
            <a:r>
              <a:rPr lang="pt-BR" sz="1300" dirty="0"/>
              <a:t> e gere insights automáticos para a tomada de decisão ,  elevando o padrão de fiscalização e transparência pública.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74;p1"/>
          <p:cNvCxnSpPr>
            <a:cxnSpLocks/>
            <a:endCxn id="19" idx="0"/>
          </p:cNvCxnSpPr>
          <p:nvPr/>
        </p:nvCxnSpPr>
        <p:spPr>
          <a:xfrm flipV="1">
            <a:off x="4552950" y="635400"/>
            <a:ext cx="19050" cy="5807582"/>
          </a:xfrm>
          <a:prstGeom prst="straightConnector1">
            <a:avLst/>
          </a:prstGeom>
          <a:ln w="19075" cap="rnd">
            <a:solidFill>
              <a:srgbClr val="007DDA"/>
            </a:solidFill>
            <a:prstDash val="dash"/>
            <a:round/>
          </a:ln>
        </p:spPr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AAB766CE-4D7C-4B8E-9F4D-AEA502B95301}"/>
              </a:ext>
            </a:extLst>
          </p:cNvPr>
          <p:cNvSpPr/>
          <p:nvPr/>
        </p:nvSpPr>
        <p:spPr>
          <a:xfrm>
            <a:off x="3746500" y="1419225"/>
            <a:ext cx="1682750" cy="1409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Google Shape;58;p1"/>
          <p:cNvSpPr/>
          <p:nvPr/>
        </p:nvSpPr>
        <p:spPr>
          <a:xfrm>
            <a:off x="10800" y="87300"/>
            <a:ext cx="234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70C0"/>
                </a:solidFill>
                <a:latin typeface="Calibri"/>
                <a:ea typeface="Calibri"/>
              </a:rPr>
              <a:t>Lean Canvas</a:t>
            </a:r>
            <a:endParaRPr lang="pt-BR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80" name="Google Shape;59;p1"/>
          <p:cNvSpPr/>
          <p:nvPr/>
        </p:nvSpPr>
        <p:spPr>
          <a:xfrm>
            <a:off x="3809880" y="114840"/>
            <a:ext cx="3275640" cy="4604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APP Canteiro Digital</a:t>
            </a:r>
            <a:endParaRPr lang="pt-BR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60;p1"/>
          <p:cNvSpPr/>
          <p:nvPr/>
        </p:nvSpPr>
        <p:spPr>
          <a:xfrm>
            <a:off x="7238880" y="114840"/>
            <a:ext cx="1751400" cy="2001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Dezembro / 2025</a:t>
            </a:r>
            <a:endParaRPr lang="pt-BR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61;p1"/>
          <p:cNvSpPr/>
          <p:nvPr/>
        </p:nvSpPr>
        <p:spPr>
          <a:xfrm>
            <a:off x="7238880" y="375120"/>
            <a:ext cx="1751400" cy="2001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Versão consolidada</a:t>
            </a:r>
            <a:endParaRPr lang="pt-BR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72;p1"/>
          <p:cNvSpPr/>
          <p:nvPr/>
        </p:nvSpPr>
        <p:spPr>
          <a:xfrm>
            <a:off x="1756080" y="6028920"/>
            <a:ext cx="14101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600" b="1" strike="noStrike" spc="-1" dirty="0">
                <a:solidFill>
                  <a:srgbClr val="007DDA"/>
                </a:solidFill>
                <a:latin typeface="Arial"/>
                <a:ea typeface="Arial"/>
              </a:rPr>
              <a:t>PRODUTO</a:t>
            </a:r>
            <a:endParaRPr lang="pt-BR" sz="16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73;p1"/>
          <p:cNvSpPr/>
          <p:nvPr/>
        </p:nvSpPr>
        <p:spPr>
          <a:xfrm>
            <a:off x="6141960" y="6028920"/>
            <a:ext cx="14540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600" b="1" strike="noStrike" spc="-1" dirty="0">
                <a:solidFill>
                  <a:srgbClr val="007DDA"/>
                </a:solidFill>
                <a:latin typeface="Arial"/>
                <a:ea typeface="Arial"/>
              </a:rPr>
              <a:t>MERCADO</a:t>
            </a:r>
            <a:endParaRPr lang="pt-BR" sz="1600" b="1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A7A7ED4-7EA9-4968-9359-CB3B4F334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578907"/>
              </p:ext>
            </p:extLst>
          </p:nvPr>
        </p:nvGraphicFramePr>
        <p:xfrm>
          <a:off x="153720" y="635400"/>
          <a:ext cx="8836560" cy="5360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5080">
                  <a:extLst>
                    <a:ext uri="{9D8B030D-6E8A-4147-A177-3AD203B41FA5}">
                      <a16:colId xmlns:a16="http://schemas.microsoft.com/office/drawing/2014/main" val="3989262265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3227041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425531915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4118455547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403850392"/>
                    </a:ext>
                  </a:extLst>
                </a:gridCol>
                <a:gridCol w="1827480">
                  <a:extLst>
                    <a:ext uri="{9D8B030D-6E8A-4147-A177-3AD203B41FA5}">
                      <a16:colId xmlns:a16="http://schemas.microsoft.com/office/drawing/2014/main" val="475725752"/>
                    </a:ext>
                  </a:extLst>
                </a:gridCol>
              </a:tblGrid>
              <a:tr h="1993559">
                <a:tc row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Problema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Fragmentação das informações relativas ao acompanhamento de obras financiadas com recursos da União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Dependência excessiva de conhecimento individual de técnicos específicos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Ausência de documentação sistematizada e rastreável das decisões e registros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na identificação tempestiva de riscos técnicos ,  financeiros e socioeconômicos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predominante de planilhas ,  e-mails e controles informais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endParaRPr lang="pt-BR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Alternativas Existentes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Soluções improvisadas , 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Sistemas parciais , 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Controles informais.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Solução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Sistema web full </a:t>
                      </a:r>
                      <a:r>
                        <a:rPr lang="pt-BR"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Stack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da base de acompanhamento da Caixa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Registro de comentários e apontamentos por usuários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Upload e gestão de documentação técnica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Histórico </a:t>
                      </a:r>
                      <a:r>
                        <a:rPr lang="pt-BR"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auditável</a:t>
                      </a: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pt-BR"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altualizações</a:t>
                      </a: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da base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  <a:p>
                      <a:pPr marL="0" indent="0" algn="ctr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Proposta única de valor</a:t>
                      </a:r>
                    </a:p>
                    <a:p>
                      <a:pPr marL="0" indent="-108000" algn="ctr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Centralizar ,  estruturar e preservar informações críticas do acompanhamento de empreendimentos ,  com rastreabilidade ,  indicadores de risco e suporte qualificado à tomada de decisão.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endParaRPr lang="pt-BR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pt-B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Vantagem competitiva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Aderência específica ao contexto de acompanhamento de obras com recursos federais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entre dados oficiais e conhecimento tácito dos usuários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Foco em rastreabilidade ,  risco e histórico decisório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Alinhamento com práticas de controle ,  fiscalização e governança pública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Segmento de clientes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Técnicos e analistas responsáveis pelo acompanhamento de empreendimentos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Gestores públicos e equipes de fiscalização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Profissionais da Caixa Econômica Federal envolvidos na gestão de contratos de repasse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Órgãos de controle e auditoria (usuários indiretos)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endParaRPr lang="pt-BR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 err="1">
                          <a:solidFill>
                            <a:srgbClr val="0070C0"/>
                          </a:solidFill>
                        </a:rPr>
                        <a:t>Early</a:t>
                      </a: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pt-BR" sz="1000" b="1" dirty="0" err="1">
                          <a:solidFill>
                            <a:srgbClr val="0070C0"/>
                          </a:solidFill>
                        </a:rPr>
                        <a:t>adopters</a:t>
                      </a:r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Técnicos responsáveis pelo acompanhamento rotineiro de obras com maior complexidade e risco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endParaRPr lang="pt-BR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213458"/>
                  </a:ext>
                </a:extLst>
              </a:tr>
              <a:tr h="211367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Métricas chave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Quantidade de empreendimentos cadastrados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Percentual de empreendimentos com documentação vinculada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Número de registros e comentários por empreendimento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Incidência de flags de risco identificados automaticamente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médio de atualização das informações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Redução de informações não documentadas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Canais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Aplicação web acessível por navegador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Ambiente institucional (intranet ou nuvem)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Capacitação interna e treinamentos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Documentação técnica e manuais do sistema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569653"/>
                  </a:ext>
                </a:extLst>
              </a:tr>
              <a:tr h="1253708">
                <a:tc grid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Estrutura de custos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e manutenção do sistema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Infraestrutura de hospedagem (servidores ,  banco de dados)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Armazenamento de documentos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Suporte técnico e evolução do sistema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Capacitação de usuários.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endParaRPr lang="pt-BR"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sz="9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pt-BR" sz="1000" b="1" dirty="0">
                          <a:solidFill>
                            <a:srgbClr val="0070C0"/>
                          </a:solidFill>
                        </a:rPr>
                        <a:t>Geração de valor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Preservação do conhecimento institucional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Melhoria da governança e do controle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Redução do risco de perda de informações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Apoio à tomada de decisão baseada em dados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transparência e rastreabilidade</a:t>
                      </a:r>
                    </a:p>
                    <a:p>
                      <a:pPr marL="0" indent="-108000" algn="l" defTabSz="914400" rtl="0" eaLnBrk="1" latinLnBrk="0" hangingPunct="1">
                        <a:spcBef>
                          <a:spcPts val="200"/>
                        </a:spcBef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pt-BR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Padronização do acompanhamento de empreendimento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7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464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58;p 1"/>
          <p:cNvSpPr/>
          <p:nvPr/>
        </p:nvSpPr>
        <p:spPr>
          <a:xfrm>
            <a:off x="10620" y="114840"/>
            <a:ext cx="234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70C0"/>
                </a:solidFill>
                <a:latin typeface="Calibri"/>
                <a:ea typeface="Calibri"/>
              </a:rPr>
              <a:t>Persona</a:t>
            </a:r>
            <a:endParaRPr lang="pt-BR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BDAE324-27E3-4B34-90AC-A4B6089EE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36427"/>
              </p:ext>
            </p:extLst>
          </p:nvPr>
        </p:nvGraphicFramePr>
        <p:xfrm>
          <a:off x="167640" y="808365"/>
          <a:ext cx="8808720" cy="5745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4360">
                  <a:extLst>
                    <a:ext uri="{9D8B030D-6E8A-4147-A177-3AD203B41FA5}">
                      <a16:colId xmlns:a16="http://schemas.microsoft.com/office/drawing/2014/main" val="3010441853"/>
                    </a:ext>
                  </a:extLst>
                </a:gridCol>
                <a:gridCol w="4404360">
                  <a:extLst>
                    <a:ext uri="{9D8B030D-6E8A-4147-A177-3AD203B41FA5}">
                      <a16:colId xmlns:a16="http://schemas.microsoft.com/office/drawing/2014/main" val="3911658587"/>
                    </a:ext>
                  </a:extLst>
                </a:gridCol>
              </a:tblGrid>
              <a:tr h="61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spc="-1" dirty="0">
                          <a:solidFill>
                            <a:srgbClr val="0070C0"/>
                          </a:solidFill>
                          <a:latin typeface="+mn-lt"/>
                          <a:ea typeface="Arial"/>
                        </a:rPr>
                        <a:t>Nome e Imagem: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200" b="1" strike="noStrike" spc="-1" dirty="0">
                        <a:solidFill>
                          <a:srgbClr val="000000"/>
                        </a:solidFill>
                        <a:latin typeface="+mn-lt"/>
                        <a:ea typeface="Arial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spc="-1" dirty="0">
                          <a:solidFill>
                            <a:schemeClr val="tx1"/>
                          </a:solidFill>
                          <a:latin typeface="+mn-lt"/>
                        </a:rPr>
                        <a:t>Rogério Almeida</a:t>
                      </a:r>
                    </a:p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kern="1200" spc="-1" dirty="0">
                          <a:solidFill>
                            <a:srgbClr val="0070C0"/>
                          </a:solidFill>
                          <a:latin typeface="+mn-lt"/>
                          <a:ea typeface="Arial"/>
                          <a:cs typeface="+mn-cs"/>
                        </a:rPr>
                        <a:t>Aspectos Demográficos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200" b="1" strike="noStrike" kern="1200" spc="-1" dirty="0">
                        <a:solidFill>
                          <a:srgbClr val="0070C0"/>
                        </a:solidFill>
                        <a:latin typeface="+mn-lt"/>
                        <a:ea typeface="Arial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Homem ,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 anos ,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Residente em Brasília-DF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Formação em Engenharia Civil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Servidor do Tribunal de Contas de União ,  responsável  acompanhamento e fiscalização de empreendimentos custeados com recursos federais</a:t>
                      </a:r>
                    </a:p>
                    <a:p>
                      <a:endParaRPr lang="pt-BR" dirty="0"/>
                    </a:p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450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kern="1200" spc="-1" dirty="0">
                          <a:solidFill>
                            <a:srgbClr val="0070C0"/>
                          </a:solidFill>
                          <a:latin typeface="+mn-lt"/>
                          <a:ea typeface="Arial"/>
                          <a:cs typeface="+mn-cs"/>
                        </a:rPr>
                        <a:t>Principais Objetivos: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200" b="1" strike="noStrike" kern="1200" spc="-1" dirty="0">
                        <a:solidFill>
                          <a:srgbClr val="0070C0"/>
                        </a:solidFill>
                        <a:latin typeface="+mn-lt"/>
                        <a:ea typeface="Arial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Melhorar a qualidade e a confiabilidade do acompanhamento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Contribuir para o conhecimento de fatores que impactam na execução dos empreendimentos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Antecipar riscos e apoiar decisões corretivas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Reduzir retrabalho e perda de informações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Contribuir para maior eficiência e transparência na gestão pública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Subsidiar a seleção de empreendimentos a serem objeto de fiscalizações</a:t>
                      </a:r>
                    </a:p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strike="noStrike" kern="1200" spc="-1" dirty="0">
                          <a:solidFill>
                            <a:srgbClr val="0070C0"/>
                          </a:solidFill>
                          <a:latin typeface="+mn-lt"/>
                          <a:ea typeface="Arial"/>
                          <a:cs typeface="+mn-cs"/>
                        </a:rPr>
                        <a:t>Problemas Percebidos: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400" b="1" strike="noStrike" kern="1200" spc="-1" dirty="0">
                        <a:solidFill>
                          <a:srgbClr val="0070C0"/>
                        </a:solidFill>
                        <a:latin typeface="+mn-lt"/>
                        <a:ea typeface="Arial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Informações dispersas em planilhas ,  e-mails e sistemas distintos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Dependência de registros informais e memória individual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Ausência de histórico consolidado e rastreável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em identificar riscos de forma tempestiva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pt-BR" sz="1200" b="1" kern="1200" spc="-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Perda de informações ao longo do tempo ou com mudança de equipes</a:t>
                      </a:r>
                    </a:p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56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19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58;p 2"/>
          <p:cNvSpPr/>
          <p:nvPr/>
        </p:nvSpPr>
        <p:spPr>
          <a:xfrm>
            <a:off x="180000" y="84600"/>
            <a:ext cx="360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pc="-1" dirty="0">
                <a:solidFill>
                  <a:srgbClr val="0070C0"/>
                </a:solidFill>
                <a:latin typeface="Calibri"/>
              </a:rPr>
              <a:t>Jornada</a:t>
            </a:r>
            <a:r>
              <a:rPr lang="pt-BR" sz="1000" b="1" strike="noStrike" spc="-1" dirty="0">
                <a:solidFill>
                  <a:srgbClr val="595959"/>
                </a:solidFill>
                <a:latin typeface="Calibri"/>
                <a:ea typeface="Calibri"/>
              </a:rPr>
              <a:t> </a:t>
            </a:r>
            <a:r>
              <a:rPr lang="pt-BR" sz="2400" b="1" spc="-1" dirty="0">
                <a:solidFill>
                  <a:srgbClr val="0070C0"/>
                </a:solidFill>
                <a:latin typeface="Calibri"/>
              </a:rPr>
              <a:t>do</a:t>
            </a:r>
            <a:r>
              <a:rPr lang="pt-BR" sz="1000" b="1" strike="noStrike" spc="-1" dirty="0">
                <a:solidFill>
                  <a:srgbClr val="595959"/>
                </a:solidFill>
                <a:latin typeface="Calibri"/>
                <a:ea typeface="Calibri"/>
              </a:rPr>
              <a:t> </a:t>
            </a:r>
            <a:r>
              <a:rPr lang="pt-BR" sz="2400" b="1" spc="-1" dirty="0">
                <a:solidFill>
                  <a:srgbClr val="0070C0"/>
                </a:solidFill>
                <a:latin typeface="Calibri"/>
              </a:rPr>
              <a:t>Usuário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30D2D4E-E4F6-4CBF-A490-DB106D81A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082671"/>
              </p:ext>
            </p:extLst>
          </p:nvPr>
        </p:nvGraphicFramePr>
        <p:xfrm>
          <a:off x="304800" y="1057275"/>
          <a:ext cx="8534400" cy="51393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1390649849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82336327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19110254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654753686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3888346464"/>
                    </a:ext>
                  </a:extLst>
                </a:gridCol>
              </a:tblGrid>
              <a:tr h="1014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spc="-1" dirty="0">
                          <a:solidFill>
                            <a:srgbClr val="0070C0"/>
                          </a:solidFill>
                          <a:latin typeface="+mn-lt"/>
                        </a:rPr>
                        <a:t>Fase da Jornada</a:t>
                      </a: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strike="noStrike" spc="-1" dirty="0">
                          <a:solidFill>
                            <a:srgbClr val="0070C0"/>
                          </a:solidFill>
                          <a:latin typeface="+mn-lt"/>
                        </a:rPr>
                        <a:t>Identificação da necessidade</a:t>
                      </a:r>
                    </a:p>
                    <a:p>
                      <a:pPr algn="ctr"/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strike="noStrike" spc="-1" dirty="0">
                          <a:solidFill>
                            <a:srgbClr val="0070C0"/>
                          </a:solidFill>
                          <a:latin typeface="+mn-lt"/>
                        </a:rPr>
                        <a:t>Acesso e cadastro</a:t>
                      </a:r>
                    </a:p>
                    <a:p>
                      <a:pPr algn="ctr"/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strike="noStrike" spc="-1" dirty="0">
                          <a:solidFill>
                            <a:srgbClr val="0070C0"/>
                          </a:solidFill>
                          <a:latin typeface="+mn-lt"/>
                        </a:rPr>
                        <a:t>Acompanhamento e análise</a:t>
                      </a:r>
                    </a:p>
                    <a:p>
                      <a:pPr algn="ctr"/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strike="noStrike" spc="-1" dirty="0">
                          <a:solidFill>
                            <a:srgbClr val="0070C0"/>
                          </a:solidFill>
                          <a:latin typeface="+mn-lt"/>
                        </a:rPr>
                        <a:t>Tomada de decisão e registro</a:t>
                      </a:r>
                    </a:p>
                    <a:p>
                      <a:pPr algn="ctr"/>
                      <a:endParaRPr lang="pt-BR" sz="10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646035"/>
                  </a:ext>
                </a:extLst>
              </a:tr>
              <a:tr h="1014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spc="-1" dirty="0">
                          <a:solidFill>
                            <a:srgbClr val="0070C0"/>
                          </a:solidFill>
                          <a:latin typeface="+mn-lt"/>
                        </a:rPr>
                        <a:t>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O que o usuário faz?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Reconhece a necessidade de registrar e consolidar informações do empreendimento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Acessa o sistema e insere dados ,  comentários e documentos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Consulta indicadores ,  flags de risco e histórico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Registra decisões ,  atualizações e encaminhamentos no sistema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448506"/>
                  </a:ext>
                </a:extLst>
              </a:tr>
              <a:tr h="1014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spc="-1" dirty="0">
                          <a:solidFill>
                            <a:srgbClr val="0070C0"/>
                          </a:solidFill>
                          <a:latin typeface="+mn-lt"/>
                        </a:rPr>
                        <a:t>Pontos de contato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Com qual parte do serviço o usuário interage?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Planilhas ,  e-mails e sistemas institucionais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Interface web do APP Canteiro Digital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Telas de consulta e acompanhamento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Sistema web de informações consolidadas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992349"/>
                  </a:ext>
                </a:extLst>
              </a:tr>
              <a:tr h="1082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spc="-1" dirty="0">
                          <a:solidFill>
                            <a:srgbClr val="0070C0"/>
                          </a:solidFill>
                          <a:latin typeface="+mn-lt"/>
                        </a:rPr>
                        <a:t>Percepção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O que o usuário pensa e sente?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Dificuldade na consolidação das informações e dependência de registros informais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Facilidade de centralização e redução de retrabalho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Maior clareza quanto à situação do empreendimento e aos riscos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Segurança ,  rastreabilidade e confiança nas informações registradas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729455"/>
                  </a:ext>
                </a:extLst>
              </a:tr>
              <a:tr h="1014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spc="-1" dirty="0">
                          <a:solidFill>
                            <a:srgbClr val="0070C0"/>
                          </a:solidFill>
                          <a:latin typeface="+mn-lt"/>
                        </a:rPr>
                        <a:t>Oportunidades</a:t>
                      </a: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Centralizar informações e reduzir informalidade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Padronizar registros e melhorar usabilidade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Aprimorar indicadores e regras de risco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Expandir relatórios ,  integrações e apoio à governança</a:t>
                      </a:r>
                      <a:endParaRPr lang="pt-BR" sz="10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/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415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62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688C4F1-C120-4AD5-8A4E-64F53A476F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10" y="323849"/>
            <a:ext cx="8822780" cy="60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6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58;p 5"/>
          <p:cNvSpPr/>
          <p:nvPr/>
        </p:nvSpPr>
        <p:spPr>
          <a:xfrm>
            <a:off x="180000" y="84600"/>
            <a:ext cx="504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70C0"/>
                </a:solidFill>
                <a:latin typeface="Calibri"/>
                <a:ea typeface="Calibri"/>
              </a:rPr>
              <a:t>Contexto da Solução</a:t>
            </a:r>
            <a:endParaRPr lang="pt-BR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4D37429-2F65-4A73-99B5-10D3061A4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55" y="1114425"/>
            <a:ext cx="8476289" cy="496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58;p 6"/>
          <p:cNvSpPr/>
          <p:nvPr/>
        </p:nvSpPr>
        <p:spPr>
          <a:xfrm>
            <a:off x="180000" y="84600"/>
            <a:ext cx="504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70C0"/>
                </a:solidFill>
                <a:latin typeface="Calibri"/>
                <a:ea typeface="Calibri"/>
              </a:rPr>
              <a:t>Contêineres da Solução</a:t>
            </a:r>
            <a:endParaRPr lang="pt-BR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0F3A1B-8B65-4776-8422-AFAC15B6A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97" y="897868"/>
            <a:ext cx="8632806" cy="50622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8;p 7"/>
          <p:cNvSpPr/>
          <p:nvPr/>
        </p:nvSpPr>
        <p:spPr>
          <a:xfrm>
            <a:off x="180000" y="84600"/>
            <a:ext cx="504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70C0"/>
                </a:solidFill>
                <a:latin typeface="Calibri"/>
                <a:ea typeface="Calibri"/>
              </a:rPr>
              <a:t>Componente </a:t>
            </a:r>
            <a:r>
              <a:rPr lang="pt-BR" sz="2400" b="1" spc="-1" dirty="0">
                <a:solidFill>
                  <a:srgbClr val="0070C0"/>
                </a:solidFill>
                <a:latin typeface="Calibri"/>
                <a:ea typeface="Calibri"/>
              </a:rPr>
              <a:t>API </a:t>
            </a:r>
            <a:r>
              <a:rPr lang="pt-BR" sz="2400" b="1" spc="-1" dirty="0" err="1">
                <a:solidFill>
                  <a:srgbClr val="0070C0"/>
                </a:solidFill>
                <a:latin typeface="Calibri"/>
                <a:ea typeface="Calibri"/>
              </a:rPr>
              <a:t>Backend</a:t>
            </a:r>
            <a:endParaRPr lang="pt-BR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8ED72CD-21B0-419C-A6AB-9411D98B3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687707"/>
            <a:ext cx="8697300" cy="5854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58;p 8"/>
          <p:cNvSpPr/>
          <p:nvPr/>
        </p:nvSpPr>
        <p:spPr>
          <a:xfrm>
            <a:off x="179999" y="84600"/>
            <a:ext cx="4973025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70C0"/>
                </a:solidFill>
                <a:latin typeface="Calibri"/>
                <a:ea typeface="Calibri"/>
              </a:rPr>
              <a:t>Modelo de Classes</a:t>
            </a:r>
            <a:endParaRPr lang="pt-BR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DAB65DE-FB3E-41A5-A352-7D96088B3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56" y="540000"/>
            <a:ext cx="8538887" cy="61303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58;p 9"/>
          <p:cNvSpPr/>
          <p:nvPr/>
        </p:nvSpPr>
        <p:spPr>
          <a:xfrm>
            <a:off x="180000" y="84600"/>
            <a:ext cx="504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strike="noStrike" spc="-1" dirty="0">
                <a:solidFill>
                  <a:srgbClr val="0070C0"/>
                </a:solidFill>
                <a:latin typeface="Calibri"/>
                <a:ea typeface="Calibri"/>
              </a:rPr>
              <a:t>Modelo de Implantação</a:t>
            </a:r>
            <a:endParaRPr lang="pt-BR" sz="2400" b="0" strike="noStrike" spc="-1" dirty="0">
              <a:solidFill>
                <a:srgbClr val="0070C0"/>
              </a:solidFill>
              <a:latin typeface="Arial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FBB4AA2-F972-4000-9115-B872A2BE4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540000"/>
            <a:ext cx="8391525" cy="61016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58;p 10"/>
          <p:cNvSpPr/>
          <p:nvPr/>
        </p:nvSpPr>
        <p:spPr>
          <a:xfrm>
            <a:off x="619125" y="161925"/>
            <a:ext cx="7867649" cy="63626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400" b="1" spc="-1" dirty="0">
              <a:solidFill>
                <a:srgbClr val="595959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400" b="1" spc="-1" dirty="0">
              <a:solidFill>
                <a:srgbClr val="595959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400" b="1" spc="-1" dirty="0">
              <a:solidFill>
                <a:srgbClr val="595959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400" b="1" spc="-1" dirty="0">
              <a:solidFill>
                <a:srgbClr val="595959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400" b="1" spc="-1" dirty="0">
              <a:solidFill>
                <a:srgbClr val="595959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2000" b="1" strike="noStrike" spc="-1" dirty="0">
                <a:latin typeface="Calibri"/>
                <a:ea typeface="Calibri"/>
              </a:rPr>
              <a:t>Aplicação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2000" b="1" spc="-1" dirty="0">
                <a:solidFill>
                  <a:srgbClr val="0070C0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https://app-canteiro-digital.azurewebsites.net/</a:t>
            </a:r>
            <a:endParaRPr lang="pt-BR" sz="2000" b="1" spc="-1" dirty="0">
              <a:solidFill>
                <a:srgbClr val="0070C0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000" b="1" spc="-1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000" b="1" spc="-1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000" b="1" spc="-1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000" b="1" spc="-1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2000" b="1" spc="-1" dirty="0">
                <a:latin typeface="Calibri"/>
              </a:rPr>
              <a:t>Código no </a:t>
            </a:r>
            <a:r>
              <a:rPr lang="pt-BR" sz="2000" b="1" spc="-1" dirty="0" err="1">
                <a:latin typeface="Calibri"/>
              </a:rPr>
              <a:t>Github</a:t>
            </a:r>
            <a:r>
              <a:rPr lang="pt-BR" sz="2000" b="1" spc="-1" dirty="0">
                <a:latin typeface="Calibri"/>
              </a:rPr>
              <a:t>: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2000" b="1" spc="-1" dirty="0">
                <a:solidFill>
                  <a:srgbClr val="0070C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https://github.com/MarcosTSantosT/canteiro-digital-docker</a:t>
            </a:r>
            <a:endParaRPr lang="pt-BR" sz="2000" b="1" spc="-1" dirty="0">
              <a:solidFill>
                <a:srgbClr val="0070C0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000" b="1" spc="-1" dirty="0">
              <a:solidFill>
                <a:srgbClr val="595959"/>
              </a:solidFill>
              <a:latin typeface="Calibri"/>
            </a:endParaRPr>
          </a:p>
          <a:p>
            <a:pPr algn="ctr">
              <a:tabLst>
                <a:tab pos="0" algn="l"/>
              </a:tabLst>
            </a:pPr>
            <a:endParaRPr lang="pt-BR" sz="2000" b="1" spc="-1" dirty="0">
              <a:latin typeface="Calibri"/>
              <a:ea typeface="Calibri"/>
            </a:endParaRPr>
          </a:p>
          <a:p>
            <a:pPr algn="ctr">
              <a:tabLst>
                <a:tab pos="0" algn="l"/>
              </a:tabLst>
            </a:pPr>
            <a:endParaRPr lang="pt-BR" sz="2000" b="1" spc="-1" dirty="0"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400" b="1" spc="-1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58;p 10"/>
          <p:cNvSpPr/>
          <p:nvPr/>
        </p:nvSpPr>
        <p:spPr>
          <a:xfrm>
            <a:off x="619125" y="161925"/>
            <a:ext cx="7867649" cy="63626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tabLst>
                <a:tab pos="0" algn="l"/>
              </a:tabLst>
            </a:pPr>
            <a:endParaRPr lang="pt-BR" sz="2000" b="1" spc="-1" dirty="0">
              <a:latin typeface="Calibri"/>
              <a:ea typeface="Calibri"/>
            </a:endParaRPr>
          </a:p>
          <a:p>
            <a:pPr algn="ctr">
              <a:tabLst>
                <a:tab pos="0" algn="l"/>
              </a:tabLst>
            </a:pPr>
            <a:r>
              <a:rPr lang="pt-BR" b="1" spc="-1" dirty="0">
                <a:latin typeface="Calibri"/>
                <a:ea typeface="Calibri"/>
              </a:rPr>
              <a:t>Vídeo de apresentação deste </a:t>
            </a:r>
            <a:r>
              <a:rPr lang="pt-BR" b="1" spc="-1" dirty="0" err="1">
                <a:latin typeface="Calibri"/>
                <a:ea typeface="Calibri"/>
              </a:rPr>
              <a:t>template</a:t>
            </a:r>
            <a:endParaRPr lang="pt-BR" b="1" spc="-1" dirty="0"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b="1" spc="-1" dirty="0">
                <a:solidFill>
                  <a:srgbClr val="FF0000"/>
                </a:solidFill>
                <a:latin typeface="Calibri"/>
              </a:rPr>
              <a:t>&lt;&lt;Link a ser inserido na versão deste </a:t>
            </a:r>
            <a:r>
              <a:rPr lang="pt-BR" b="1" spc="-1" dirty="0" err="1">
                <a:solidFill>
                  <a:srgbClr val="FF0000"/>
                </a:solidFill>
                <a:latin typeface="Calibri"/>
              </a:rPr>
              <a:t>template</a:t>
            </a:r>
            <a:r>
              <a:rPr lang="pt-BR" b="1" spc="-1" dirty="0">
                <a:solidFill>
                  <a:srgbClr val="FF0000"/>
                </a:solidFill>
                <a:latin typeface="Calibri"/>
              </a:rPr>
              <a:t> a ser enviada&gt;&gt;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b="1" spc="-1" dirty="0">
              <a:solidFill>
                <a:srgbClr val="0070C0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b="1" spc="-1" dirty="0">
                <a:latin typeface="Calibri"/>
                <a:ea typeface="Calibri"/>
              </a:rPr>
              <a:t>Vídeo de demonstração do uso do sistema</a:t>
            </a:r>
          </a:p>
          <a:p>
            <a:pPr algn="ctr">
              <a:tabLst>
                <a:tab pos="0" algn="l"/>
              </a:tabLst>
            </a:pPr>
            <a:r>
              <a:rPr lang="pt-BR" b="1" spc="-1" dirty="0">
                <a:solidFill>
                  <a:srgbClr val="FF0000"/>
                </a:solidFill>
                <a:latin typeface="Calibri"/>
              </a:rPr>
              <a:t>&lt;&lt;Link a ser inserido na versão deste </a:t>
            </a:r>
            <a:r>
              <a:rPr lang="pt-BR" b="1" spc="-1" dirty="0" err="1">
                <a:solidFill>
                  <a:srgbClr val="FF0000"/>
                </a:solidFill>
                <a:latin typeface="Calibri"/>
              </a:rPr>
              <a:t>template</a:t>
            </a:r>
            <a:r>
              <a:rPr lang="pt-BR" b="1" spc="-1" dirty="0">
                <a:solidFill>
                  <a:srgbClr val="FF0000"/>
                </a:solidFill>
                <a:latin typeface="Calibri"/>
              </a:rPr>
              <a:t> a ser enviada&gt;&gt;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b="1" spc="-1" dirty="0">
              <a:solidFill>
                <a:srgbClr val="595959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b="1" spc="-1" dirty="0">
                <a:latin typeface="Calibri"/>
              </a:rPr>
              <a:t>Para realização de teste , os empreendimentos abaixo identificados tiveram informações (fictícias) </a:t>
            </a:r>
            <a:r>
              <a:rPr lang="pt-BR" b="1" spc="-1" dirty="0" err="1">
                <a:latin typeface="Calibri"/>
              </a:rPr>
              <a:t>populadas</a:t>
            </a:r>
            <a:r>
              <a:rPr lang="pt-BR" b="1" spc="-1" dirty="0">
                <a:latin typeface="Calibri"/>
              </a:rPr>
              <a:t> nas bases de dados comentários, processos e relevância: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b="1" spc="-1" dirty="0"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spc="-1" dirty="0">
                <a:solidFill>
                  <a:srgbClr val="FF0000"/>
                </a:solidFill>
                <a:latin typeface="Calibri"/>
                <a:ea typeface="Calibri"/>
              </a:rPr>
              <a:t>873650 , 874320 , 867544 , 867273 , 867508 , 867564 , 870214 , 867359 , 868857 , 868700 , 870610 , 870552 , 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spc="-1" dirty="0">
                <a:solidFill>
                  <a:srgbClr val="FF0000"/>
                </a:solidFill>
                <a:latin typeface="Calibri"/>
                <a:ea typeface="Calibri"/>
              </a:rPr>
              <a:t>621861 , 619953 , 610451 , 597669 , 581590 , 596948 , 568538 , 934913 , 964694 , 966715 , 979817 , 983035 , 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spc="-1" dirty="0">
                <a:solidFill>
                  <a:srgbClr val="FF0000"/>
                </a:solidFill>
                <a:latin typeface="Calibri"/>
                <a:ea typeface="Calibri"/>
              </a:rPr>
              <a:t>982977 , 982981 , 982988 , 983026 , 975895 , 981199 , 979295 , 980455 , 974550 , 979254 , 980214 , 982934 , 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spc="-1" dirty="0">
                <a:solidFill>
                  <a:srgbClr val="FF0000"/>
                </a:solidFill>
                <a:latin typeface="Calibri"/>
                <a:ea typeface="Calibri"/>
              </a:rPr>
              <a:t>980297 , 980749 , 979407 , 979396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b="1" spc="-1" dirty="0"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b="1" spc="-1" dirty="0">
                <a:latin typeface="Calibri"/>
                <a:ea typeface="Calibri"/>
              </a:rPr>
              <a:t>Para simular a operação pode ficar a vontade para realizar a adição ,  edição e exclusão de informações nas bases do sistema </a:t>
            </a:r>
          </a:p>
          <a:p>
            <a:pPr algn="ctr">
              <a:tabLst>
                <a:tab pos="0" algn="l"/>
              </a:tabLst>
            </a:pPr>
            <a:endParaRPr lang="pt-BR" b="1" spc="-1" dirty="0">
              <a:latin typeface="Calibri"/>
            </a:endParaRPr>
          </a:p>
          <a:p>
            <a:pPr algn="ctr">
              <a:tabLst>
                <a:tab pos="0" algn="l"/>
              </a:tabLst>
            </a:pPr>
            <a:r>
              <a:rPr lang="pt-BR" b="1" spc="-1" dirty="0">
                <a:latin typeface="Calibri"/>
              </a:rPr>
              <a:t>O </a:t>
            </a:r>
            <a:r>
              <a:rPr lang="pt-BR" b="1" spc="-1" dirty="0" err="1">
                <a:latin typeface="Calibri"/>
              </a:rPr>
              <a:t>email</a:t>
            </a:r>
            <a:r>
              <a:rPr lang="pt-BR" b="1" spc="-1" dirty="0">
                <a:latin typeface="Calibri"/>
              </a:rPr>
              <a:t> </a:t>
            </a:r>
            <a:r>
              <a:rPr lang="pt-BR" b="1" spc="-1" dirty="0">
                <a:solidFill>
                  <a:srgbClr val="FF0000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71724@sga.pucminas.br</a:t>
            </a:r>
            <a:r>
              <a:rPr lang="pt-BR" b="1" spc="-1" dirty="0">
                <a:solidFill>
                  <a:srgbClr val="FF0000"/>
                </a:solidFill>
                <a:latin typeface="Calibri"/>
              </a:rPr>
              <a:t> </a:t>
            </a:r>
            <a:r>
              <a:rPr lang="pt-BR" b="1" spc="-1" dirty="0">
                <a:latin typeface="Calibri"/>
              </a:rPr>
              <a:t>foi cadastrado como admin para uso da aplicação (garantindo todos os privilégios)</a:t>
            </a:r>
          </a:p>
          <a:p>
            <a:pPr algn="ctr">
              <a:tabLst>
                <a:tab pos="0" algn="l"/>
              </a:tabLst>
            </a:pPr>
            <a:endParaRPr lang="pt-BR" b="1" spc="-1" dirty="0">
              <a:latin typeface="Calibri"/>
            </a:endParaRPr>
          </a:p>
          <a:p>
            <a:pPr algn="ctr">
              <a:tabLst>
                <a:tab pos="0" algn="l"/>
              </a:tabLst>
            </a:pPr>
            <a:r>
              <a:rPr lang="pt-BR" b="1" spc="-1" dirty="0">
                <a:latin typeface="Calibri"/>
              </a:rPr>
              <a:t>Foram feitas dois uploads de </a:t>
            </a:r>
            <a:r>
              <a:rPr lang="pt-BR" b="1" spc="-1" dirty="0" err="1">
                <a:latin typeface="Calibri"/>
              </a:rPr>
              <a:t>databases</a:t>
            </a:r>
            <a:r>
              <a:rPr lang="pt-BR" b="1" spc="-1" dirty="0">
                <a:latin typeface="Calibri"/>
              </a:rPr>
              <a:t> referentes as situações </a:t>
            </a:r>
            <a:r>
              <a:rPr lang="pt-BR" b="1" spc="-1">
                <a:latin typeface="Calibri"/>
              </a:rPr>
              <a:t>dos empreendimentos em 13/12/2025 e 26/12/202</a:t>
            </a:r>
            <a:r>
              <a:rPr lang="pt-BR" b="1" spc="-1" dirty="0">
                <a:latin typeface="Calibri"/>
              </a:rPr>
              <a:t>5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BR" sz="2400" b="1" spc="-1" dirty="0">
              <a:solidFill>
                <a:srgbClr val="59595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8512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1650</TotalTime>
  <Words>1176</Words>
  <Application>Microsoft Office PowerPoint</Application>
  <PresentationFormat>Apresentação na tela (4:3)</PresentationFormat>
  <Paragraphs>202</Paragraphs>
  <Slides>13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DejaVu Sans</vt:lpstr>
      <vt:lpstr>Symbol</vt:lpstr>
      <vt:lpstr>Wingdings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>Ash Maurya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Franck Debane</dc:creator>
  <dc:description/>
  <cp:lastModifiedBy>User</cp:lastModifiedBy>
  <cp:revision>18</cp:revision>
  <dcterms:created xsi:type="dcterms:W3CDTF">2013-01-06T22:45:06Z</dcterms:created>
  <dcterms:modified xsi:type="dcterms:W3CDTF">2025-12-27T15:04:13Z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1</vt:i4>
  </property>
</Properties>
</file>